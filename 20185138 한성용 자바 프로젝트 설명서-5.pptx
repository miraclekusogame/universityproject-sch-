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300" r:id="rId3"/>
    <p:sldId id="282" r:id="rId4"/>
    <p:sldId id="327" r:id="rId5"/>
    <p:sldId id="325" r:id="rId6"/>
    <p:sldId id="311" r:id="rId7"/>
    <p:sldId id="308" r:id="rId8"/>
    <p:sldId id="318" r:id="rId9"/>
    <p:sldId id="319" r:id="rId10"/>
    <p:sldId id="321" r:id="rId11"/>
    <p:sldId id="331" r:id="rId12"/>
    <p:sldId id="332" r:id="rId13"/>
    <p:sldId id="333" r:id="rId14"/>
    <p:sldId id="33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st0903@naver.com" initials="w" lastIdx="12" clrIdx="0">
    <p:extLst>
      <p:ext uri="{19B8F6BF-5375-455C-9EA6-DF929625EA0E}">
        <p15:presenceInfo xmlns:p15="http://schemas.microsoft.com/office/powerpoint/2012/main" userId="6aee46e126557de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7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11-04T13:19:10.396" idx="1">
    <p:pos x="6" y="1008"/>
    <p:text>double buffering</p:text>
    <p:extLst>
      <p:ext uri="{C676402C-5697-4E1C-873F-D02D1690AC5C}">
        <p15:threadingInfo xmlns:p15="http://schemas.microsoft.com/office/powerpoint/2012/main" timeZoneBias="-540"/>
      </p:ext>
    </p:extLst>
  </p:cm>
  <p:cm authorId="1" dt="2021-11-04T13:25:32.615" idx="2">
    <p:pos x="6" y="1144"/>
    <p:text>게임은 매 프레임마다 게임의 모든 화면을 지우고 repaint해야 합니다. 이 과정에서 더블 버퍼링을 하지 않으면, 화면이 깜빡이는(flickering) 현상이 발생하게 됩니다.</p:text>
    <p:extLst>
      <p:ext uri="{C676402C-5697-4E1C-873F-D02D1690AC5C}">
        <p15:threadingInfo xmlns:p15="http://schemas.microsoft.com/office/powerpoint/2012/main" timeZoneBias="-540">
          <p15:parentCm authorId="1" idx="1"/>
        </p15:threadingInfo>
      </p:ext>
    </p:extLst>
  </p:cm>
  <p:cm authorId="1" dt="2021-11-04T13:30:50.779" idx="3">
    <p:pos x="6" y="1280"/>
    <p:text>더블 버퍼링은 화면을 2개 이용하는데, 이 중 1개는 실제 화면에 그려지고, 남은 1개는 메모리상에 그려집니다.</p:text>
    <p:extLst>
      <p:ext uri="{C676402C-5697-4E1C-873F-D02D1690AC5C}">
        <p15:threadingInfo xmlns:p15="http://schemas.microsoft.com/office/powerpoint/2012/main" timeZoneBias="-540">
          <p15:parentCm authorId="1" idx="1"/>
        </p15:threadingInfo>
      </p:ext>
    </p:extLst>
  </p:cm>
  <p:cm authorId="1" dt="2021-11-04T13:30:50.795" idx="4">
    <p:pos x="6" y="1416"/>
    <p:text>더블 버퍼링은 화면을 2개 이용하는데, 이 중 1개는 실제 화면에 그려지고, 남은 1개는 메모리상에 그려집니다.</p:text>
    <p:extLst>
      <p:ext uri="{C676402C-5697-4E1C-873F-D02D1690AC5C}">
        <p15:threadingInfo xmlns:p15="http://schemas.microsoft.com/office/powerpoint/2012/main" timeZoneBias="-540">
          <p15:parentCm authorId="1" idx="1"/>
        </p15:threadingInfo>
      </p:ext>
    </p:extLst>
  </p:cm>
  <p:cm authorId="1" dt="2021-11-04T13:38:29.069" idx="5">
    <p:pos x="6" y="1552"/>
    <p:text>메모리상에 다음 프레임에 그려질 화면을 먼저 그리고, 다 그려지면 실제 화면과 교체된다. 실제 화면에 그려졌던 화면이 메모리로 돌아오면, 이를 지우고 다음 프레임을 그리게 됩니다. 이 과정을 반복하는 것을 더블 버퍼링이라 합니다.</p:text>
    <p:extLst>
      <p:ext uri="{C676402C-5697-4E1C-873F-D02D1690AC5C}">
        <p15:threadingInfo xmlns:p15="http://schemas.microsoft.com/office/powerpoint/2012/main" timeZoneBias="-540">
          <p15:parentCm authorId="1" idx="1"/>
        </p15:threadingInfo>
      </p:ext>
    </p:extLst>
  </p:cm>
  <p:cm authorId="1" dt="2021-11-04T14:00:06.958" idx="7">
    <p:pos x="-2" y="1156"/>
    <p:text>paint()는 AWT thread에 의해 자동으로 호출된다. AWT thread는 화면이 update되어야 할 상황이 발생되면 paint() 또는 update()를 호출해서 화면에 repaint해준다.</p:text>
    <p:extLst>
      <p:ext uri="{C676402C-5697-4E1C-873F-D02D1690AC5C}">
        <p15:threadingInfo xmlns:p15="http://schemas.microsoft.com/office/powerpoint/2012/main" timeZoneBias="-540"/>
      </p:ext>
    </p:extLst>
  </p:cm>
  <p:cm authorId="1" dt="2021-11-04T14:06:12.518" idx="8">
    <p:pos x="-2" y="1292"/>
    <p:text>AWT thread에 의해 자동적으로 화면이 갱신될 때:처음 화면에 그려질 때, 다른 화면에 가려져 있던 부분이 다시 화면에 나타날 때, 아이콘화 되었다가 원래 크기로 화면에 나타날 때</p:text>
    <p:extLst>
      <p:ext uri="{C676402C-5697-4E1C-873F-D02D1690AC5C}">
        <p15:threadingInfo xmlns:p15="http://schemas.microsoft.com/office/powerpoint/2012/main" timeZoneBias="-540">
          <p15:parentCm authorId="1" idx="7"/>
        </p15:threadingInfo>
      </p:ext>
    </p:extLst>
  </p:cm>
  <p:cm authorId="1" dt="2021-11-04T14:06:53.959" idx="9">
    <p:pos x="-2" y="1428"/>
    <p:text>repaint()호출 시 AWT thread에 화면을 repaint할 것을 요청</p:text>
    <p:extLst>
      <p:ext uri="{C676402C-5697-4E1C-873F-D02D1690AC5C}">
        <p15:threadingInfo xmlns:p15="http://schemas.microsoft.com/office/powerpoint/2012/main" timeZoneBias="-540">
          <p15:parentCm authorId="1" idx="7"/>
        </p15:threadingInfo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11-04T22:27:50.714" idx="10">
    <p:pos x="2674" y="3358"/>
    <p:text>new FileReader(file);
//파일 대상 문자 입력 스트림 생성
//운영체제상에서 만든 텍스트 파일(메모장과 같은 프로그램을 실행해서 원하는 내용을 담은 파일)에 저장된 문자들은 해당 운영체제의 기본 문자 인코딩 방식을 따른다.
따라서 이 문자들을 실행 중인 자바 프로그램에서 읽어 들이려면 유니코드로의 인코딩 변화가 필요하다. 즉, 파일 대상 바이트 입력 스트림의 클래스 FileInpuStream이 아닌 FileReader클래스를 사용해서
파일 대상 문자 입력 스트림을 생성해야 한다.</p:text>
    <p:extLst>
      <p:ext uri="{C676402C-5697-4E1C-873F-D02D1690AC5C}">
        <p15:threadingInfo xmlns:p15="http://schemas.microsoft.com/office/powerpoint/2012/main" timeZoneBias="-540"/>
      </p:ext>
    </p:extLst>
  </p:cm>
  <p:cm authorId="1" dt="2021-11-04T22:28:16.698" idx="11">
    <p:pos x="2852" y="3362"/>
    <p:text>new BufferedReader(filereader);
//문자 기반 버퍼 입력 스트림
//문자 스트림에 버퍼링 기능을 제공하는 필터 스트림. 위에서 파일 대상 문자 입력 스트림을 생성했으므로, 이에 대응하여 문자 기반 버퍼 입력 스트림을 생성하였다.</p:text>
    <p:extLst>
      <p:ext uri="{C676402C-5697-4E1C-873F-D02D1690AC5C}">
        <p15:threadingInfo xmlns:p15="http://schemas.microsoft.com/office/powerpoint/2012/main" timeZoneBias="-540"/>
      </p:ext>
    </p:extLst>
  </p:cm>
  <p:cm authorId="1" dt="2021-11-04T22:28:58.554" idx="12">
    <p:pos x="3030" y="3360"/>
    <p:text>public String readLine() throws IOException	//BufferedReader의 메소드
//문자열 반환, 반환할 문자열이 없으면 null반환.
//파일에 저장된 문자열을 한 문장씩 읽어 들이는 메소드로 문자열 끝의 개행문자는 읽어들이지 않는다.</p:text>
    <p:extLst>
      <p:ext uri="{C676402C-5697-4E1C-873F-D02D1690AC5C}">
        <p15:threadingInfo xmlns:p15="http://schemas.microsoft.com/office/powerpoint/2012/main" timeZoneBias="-54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2C0999-0293-4358-ACC8-7BD9743D4165}" type="doc">
      <dgm:prSet loTypeId="urn:microsoft.com/office/officeart/2005/8/layout/bProcess3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pPr latinLnBrk="1"/>
          <a:endParaRPr lang="ko-KR" altLang="en-US"/>
        </a:p>
      </dgm:t>
    </dgm:pt>
    <dgm:pt modelId="{3F7EB4C2-2333-4C56-AD02-E679DBA55A3E}">
      <dgm:prSet phldrT="[텍스트]" custT="1"/>
      <dgm:spPr/>
      <dgm:t>
        <a:bodyPr/>
        <a:lstStyle/>
        <a:p>
          <a:pPr algn="l" latinLnBrk="1"/>
          <a:r>
            <a:rPr lang="en-US" altLang="ko-KR" sz="1100"/>
            <a:t>Game Main Window</a:t>
          </a:r>
        </a:p>
        <a:p>
          <a:pPr algn="l" latinLnBrk="1"/>
          <a:r>
            <a:rPr lang="en-US" altLang="ko-KR" sz="1100"/>
            <a:t>-&gt; start button pressed</a:t>
          </a:r>
        </a:p>
        <a:p>
          <a:pPr algn="l" latinLnBrk="1"/>
          <a:r>
            <a:rPr lang="en-US" altLang="ko-KR" sz="1100"/>
            <a:t>-&gt;MouseEvent occured</a:t>
          </a:r>
          <a:endParaRPr lang="ko-KR" altLang="en-US" sz="1100"/>
        </a:p>
      </dgm:t>
    </dgm:pt>
    <dgm:pt modelId="{F962CEB6-E003-4DA7-837E-A60DD42AEE46}" type="parTrans" cxnId="{3D685929-3C4C-4C32-B3BE-C637A6FCB31D}">
      <dgm:prSet/>
      <dgm:spPr/>
      <dgm:t>
        <a:bodyPr/>
        <a:lstStyle/>
        <a:p>
          <a:pPr algn="l" latinLnBrk="1"/>
          <a:endParaRPr lang="ko-KR" altLang="en-US" sz="1100"/>
        </a:p>
      </dgm:t>
    </dgm:pt>
    <dgm:pt modelId="{E1FE9E39-303A-486D-80CD-1753A556F8C1}" type="sibTrans" cxnId="{3D685929-3C4C-4C32-B3BE-C637A6FCB31D}">
      <dgm:prSet custT="1"/>
      <dgm:spPr/>
      <dgm:t>
        <a:bodyPr/>
        <a:lstStyle/>
        <a:p>
          <a:pPr algn="l" latinLnBrk="1"/>
          <a:endParaRPr lang="ko-KR" altLang="en-US" sz="1100"/>
        </a:p>
      </dgm:t>
    </dgm:pt>
    <dgm:pt modelId="{F5426EB0-618F-424E-B66A-C195D4727B5F}">
      <dgm:prSet phldrT="[텍스트]" custT="1"/>
      <dgm:spPr/>
      <dgm:t>
        <a:bodyPr/>
        <a:lstStyle/>
        <a:p>
          <a:pPr algn="l" latinLnBrk="1"/>
          <a:r>
            <a:rPr lang="en-US" altLang="ko-KR" sz="1100"/>
            <a:t>gameStart(nowSelectedSong){</a:t>
          </a:r>
        </a:p>
        <a:p>
          <a:pPr algn="l" latinLnBrk="1"/>
          <a:r>
            <a:rPr lang="en-US" altLang="ko-KR" sz="1100"/>
            <a:t>  ...</a:t>
          </a:r>
        </a:p>
        <a:p>
          <a:pPr algn="l" latinLnBrk="1"/>
          <a:r>
            <a:rPr lang="en-US" altLang="ko-KR" sz="1100"/>
            <a:t>  game.start()	//thread start</a:t>
          </a:r>
        </a:p>
        <a:p>
          <a:pPr algn="l" latinLnBrk="1"/>
          <a:r>
            <a:rPr lang="en-US" altLang="ko-KR" sz="1100"/>
            <a:t>  …</a:t>
          </a:r>
        </a:p>
        <a:p>
          <a:pPr algn="l" latinLnBrk="1"/>
          <a:r>
            <a:rPr lang="en-US" altLang="ko-KR" sz="1100"/>
            <a:t>}</a:t>
          </a:r>
          <a:endParaRPr lang="ko-KR" altLang="en-US" sz="1100"/>
        </a:p>
      </dgm:t>
    </dgm:pt>
    <dgm:pt modelId="{A729C097-8B78-4452-9C49-E75729B273EA}" type="parTrans" cxnId="{7D080AB9-19C3-452F-A07C-E043E96DF7D2}">
      <dgm:prSet/>
      <dgm:spPr/>
      <dgm:t>
        <a:bodyPr/>
        <a:lstStyle/>
        <a:p>
          <a:pPr algn="l" latinLnBrk="1"/>
          <a:endParaRPr lang="ko-KR" altLang="en-US" sz="1100"/>
        </a:p>
      </dgm:t>
    </dgm:pt>
    <dgm:pt modelId="{ACCB5468-6D3A-463C-85CC-4AF75243511B}" type="sibTrans" cxnId="{7D080AB9-19C3-452F-A07C-E043E96DF7D2}">
      <dgm:prSet custT="1"/>
      <dgm:spPr/>
      <dgm:t>
        <a:bodyPr/>
        <a:lstStyle/>
        <a:p>
          <a:pPr algn="l" latinLnBrk="1"/>
          <a:endParaRPr lang="ko-KR" altLang="en-US" sz="1100"/>
        </a:p>
      </dgm:t>
    </dgm:pt>
    <dgm:pt modelId="{BCADA39A-033B-4C0F-A2B7-8EBC3405365D}">
      <dgm:prSet phldrT="[텍스트]" custT="1"/>
      <dgm:spPr/>
      <dgm:t>
        <a:bodyPr/>
        <a:lstStyle/>
        <a:p>
          <a:pPr algn="l" latinLnBrk="1"/>
          <a:r>
            <a:rPr lang="en-US" altLang="ko-KR" sz="1100"/>
            <a:t>run(){</a:t>
          </a:r>
        </a:p>
        <a:p>
          <a:pPr algn="l" latinLnBrk="1"/>
          <a:r>
            <a:rPr lang="en-US" altLang="ko-KR" sz="1100"/>
            <a:t>  dropNotes();</a:t>
          </a:r>
        </a:p>
        <a:p>
          <a:pPr algn="l" latinLnBrk="1"/>
          <a:r>
            <a:rPr lang="en-US" altLang="ko-KR" sz="1100"/>
            <a:t>}</a:t>
          </a:r>
        </a:p>
      </dgm:t>
    </dgm:pt>
    <dgm:pt modelId="{F1D1FEB3-A626-47D8-B878-454E0F65FFC4}" type="parTrans" cxnId="{42271541-20EE-443B-9277-33039980C08B}">
      <dgm:prSet/>
      <dgm:spPr/>
      <dgm:t>
        <a:bodyPr/>
        <a:lstStyle/>
        <a:p>
          <a:pPr algn="l" latinLnBrk="1"/>
          <a:endParaRPr lang="ko-KR" altLang="en-US" sz="1100"/>
        </a:p>
      </dgm:t>
    </dgm:pt>
    <dgm:pt modelId="{0CD395F4-38B4-4DE5-8702-35A0BF219106}" type="sibTrans" cxnId="{42271541-20EE-443B-9277-33039980C08B}">
      <dgm:prSet custT="1"/>
      <dgm:spPr/>
      <dgm:t>
        <a:bodyPr/>
        <a:lstStyle/>
        <a:p>
          <a:pPr algn="l" latinLnBrk="1"/>
          <a:endParaRPr lang="ko-KR" altLang="en-US" sz="1100"/>
        </a:p>
      </dgm:t>
    </dgm:pt>
    <dgm:pt modelId="{0F554EC3-CF8D-4428-B533-8175F967D2D9}">
      <dgm:prSet phldrT="[텍스트]" custT="1"/>
      <dgm:spPr/>
      <dgm:t>
        <a:bodyPr/>
        <a:lstStyle/>
        <a:p>
          <a:pPr algn="l" latinLnBrk="1"/>
          <a:r>
            <a:rPr lang="en-US" altLang="ko-KR" sz="1100"/>
            <a:t>dropNotes(){</a:t>
          </a:r>
        </a:p>
        <a:p>
          <a:pPr algn="l" latinLnBrk="1"/>
          <a:r>
            <a:rPr lang="en-US" altLang="ko-KR" sz="1100"/>
            <a:t>  hitListMaker(beatmap.txt, offset);</a:t>
          </a:r>
        </a:p>
        <a:p>
          <a:pPr algn="l" latinLnBrk="1"/>
          <a:r>
            <a:rPr lang="en-US" altLang="ko-KR" sz="1100"/>
            <a:t>  …</a:t>
          </a:r>
        </a:p>
        <a:p>
          <a:pPr algn="l" latinLnBrk="1"/>
          <a:r>
            <a:rPr lang="en-US" altLang="ko-KR" sz="1100"/>
            <a:t>  Note note = New Note(…);</a:t>
          </a:r>
        </a:p>
        <a:p>
          <a:pPr algn="l" latinLnBrk="1"/>
          <a:r>
            <a:rPr lang="en-US" altLang="ko-KR" sz="1100"/>
            <a:t>  Note.start()</a:t>
          </a:r>
        </a:p>
        <a:p>
          <a:pPr algn="l" latinLnBrk="1"/>
          <a:r>
            <a:rPr lang="en-US" altLang="ko-KR" sz="1100"/>
            <a:t>}</a:t>
          </a:r>
          <a:endParaRPr lang="ko-KR" altLang="en-US" sz="1100"/>
        </a:p>
      </dgm:t>
    </dgm:pt>
    <dgm:pt modelId="{0B52FC25-1E5C-47BE-A88C-552C64B9B454}" type="parTrans" cxnId="{F0B06A7E-9458-430C-A067-E3C7BB4E7765}">
      <dgm:prSet/>
      <dgm:spPr/>
      <dgm:t>
        <a:bodyPr/>
        <a:lstStyle/>
        <a:p>
          <a:pPr algn="l" latinLnBrk="1"/>
          <a:endParaRPr lang="ko-KR" altLang="en-US" sz="1100"/>
        </a:p>
      </dgm:t>
    </dgm:pt>
    <dgm:pt modelId="{6099BA8E-EB74-497E-B9BC-073F82764511}" type="sibTrans" cxnId="{F0B06A7E-9458-430C-A067-E3C7BB4E7765}">
      <dgm:prSet custT="1"/>
      <dgm:spPr/>
      <dgm:t>
        <a:bodyPr/>
        <a:lstStyle/>
        <a:p>
          <a:pPr algn="l" latinLnBrk="1"/>
          <a:endParaRPr lang="ko-KR" altLang="en-US" sz="1100"/>
        </a:p>
      </dgm:t>
    </dgm:pt>
    <dgm:pt modelId="{394C9E23-8E13-4F6A-A511-2B3703828FE8}">
      <dgm:prSet phldrT="[텍스트]" custT="1"/>
      <dgm:spPr/>
      <dgm:t>
        <a:bodyPr/>
        <a:lstStyle/>
        <a:p>
          <a:pPr algn="l" latinLnBrk="1"/>
          <a:r>
            <a:rPr lang="en-US" altLang="ko-KR" sz="1100"/>
            <a:t>drop(){</a:t>
          </a:r>
        </a:p>
        <a:p>
          <a:pPr algn="l" latinLnBrk="1"/>
          <a:r>
            <a:rPr lang="en-US" altLang="ko-KR" sz="1100"/>
            <a:t>  y += BasicBeatGame.NOTE_SPEED;</a:t>
          </a:r>
        </a:p>
        <a:p>
          <a:pPr algn="l" latinLnBrk="1"/>
          <a:r>
            <a:rPr lang="en-US" altLang="ko-KR" sz="1100"/>
            <a:t>  if(y &gt; 980) {</a:t>
          </a:r>
          <a:endParaRPr lang="ko-KR" altLang="ko-KR" sz="1100"/>
        </a:p>
        <a:p>
          <a:pPr latinLnBrk="1"/>
          <a:r>
            <a:rPr lang="en-US" altLang="ko-KR" sz="1100"/>
            <a:t>    System.out.println("Miss");</a:t>
          </a:r>
          <a:endParaRPr lang="ko-KR" altLang="ko-KR" sz="1100"/>
        </a:p>
        <a:p>
          <a:pPr latinLnBrk="1"/>
          <a:r>
            <a:rPr lang="en-US" altLang="ko-KR" sz="1100"/>
            <a:t>    close();</a:t>
          </a:r>
          <a:endParaRPr lang="ko-KR" altLang="ko-KR" sz="1100"/>
        </a:p>
        <a:p>
          <a:pPr latinLnBrk="1"/>
          <a:r>
            <a:rPr lang="en-US" altLang="ko-KR" sz="1100"/>
            <a:t>  }</a:t>
          </a:r>
        </a:p>
        <a:p>
          <a:pPr algn="l" latinLnBrk="1"/>
          <a:r>
            <a:rPr lang="en-US" altLang="ko-KR" sz="1100"/>
            <a:t>}</a:t>
          </a:r>
          <a:endParaRPr lang="ko-KR" altLang="en-US" sz="1100"/>
        </a:p>
      </dgm:t>
    </dgm:pt>
    <dgm:pt modelId="{0A93DD32-8B09-47CC-8DC0-620D64E6645B}" type="parTrans" cxnId="{24156C52-8FF9-4AB7-99D8-E14EB66DDAE2}">
      <dgm:prSet/>
      <dgm:spPr/>
      <dgm:t>
        <a:bodyPr/>
        <a:lstStyle/>
        <a:p>
          <a:pPr algn="l" latinLnBrk="1"/>
          <a:endParaRPr lang="ko-KR" altLang="en-US" sz="1100"/>
        </a:p>
      </dgm:t>
    </dgm:pt>
    <dgm:pt modelId="{265A0A01-8E52-45FD-A930-9A0361ECCFEA}" type="sibTrans" cxnId="{24156C52-8FF9-4AB7-99D8-E14EB66DDAE2}">
      <dgm:prSet/>
      <dgm:spPr/>
      <dgm:t>
        <a:bodyPr/>
        <a:lstStyle/>
        <a:p>
          <a:pPr algn="l" latinLnBrk="1"/>
          <a:endParaRPr lang="ko-KR" altLang="en-US" sz="1100"/>
        </a:p>
      </dgm:t>
    </dgm:pt>
    <dgm:pt modelId="{21C46E68-32E3-4392-8FA6-06B7A8D7B2C5}">
      <dgm:prSet phldrT="[텍스트]" custT="1"/>
      <dgm:spPr/>
      <dgm:t>
        <a:bodyPr/>
        <a:lstStyle/>
        <a:p>
          <a:pPr algn="l" latinLnBrk="1"/>
          <a:r>
            <a:rPr lang="en-US" altLang="ko-KR" sz="1100"/>
            <a:t>run(){</a:t>
          </a:r>
        </a:p>
        <a:p>
          <a:pPr algn="l" latinLnBrk="1"/>
          <a:r>
            <a:rPr lang="en-US" altLang="ko-KR" sz="1100"/>
            <a:t>  while(true){</a:t>
          </a:r>
        </a:p>
        <a:p>
          <a:pPr algn="l" latinLnBrk="1"/>
          <a:r>
            <a:rPr lang="en-US" altLang="ko-KR" sz="1100"/>
            <a:t>    drop();</a:t>
          </a:r>
        </a:p>
        <a:p>
          <a:pPr algn="l" latinLnBrk="1"/>
          <a:r>
            <a:rPr lang="en-US" altLang="ko-KR" sz="1100"/>
            <a:t>    if(proceeded)</a:t>
          </a:r>
        </a:p>
        <a:p>
          <a:pPr algn="l" latinLnBrk="1"/>
          <a:r>
            <a:rPr lang="en-US" altLang="ko-KR" sz="1100"/>
            <a:t>      Thread.sleep(…);</a:t>
          </a:r>
        </a:p>
        <a:p>
          <a:pPr algn="l" latinLnBrk="1"/>
          <a:r>
            <a:rPr lang="en-US" altLang="ko-KR" sz="1100"/>
            <a:t>  }</a:t>
          </a:r>
        </a:p>
        <a:p>
          <a:pPr algn="l" latinLnBrk="1"/>
          <a:r>
            <a:rPr lang="en-US" altLang="ko-KR" sz="1100"/>
            <a:t>}</a:t>
          </a:r>
          <a:endParaRPr lang="ko-KR" altLang="en-US" sz="1100"/>
        </a:p>
      </dgm:t>
    </dgm:pt>
    <dgm:pt modelId="{1A429E2A-3EA1-4E3D-9C67-11CC5999491D}" type="parTrans" cxnId="{B3A277E3-384F-4751-B501-BF83F840F652}">
      <dgm:prSet/>
      <dgm:spPr/>
      <dgm:t>
        <a:bodyPr/>
        <a:lstStyle/>
        <a:p>
          <a:pPr algn="l" latinLnBrk="1"/>
          <a:endParaRPr lang="ko-KR" altLang="en-US" sz="1100"/>
        </a:p>
      </dgm:t>
    </dgm:pt>
    <dgm:pt modelId="{A7BFF25C-0DEC-458A-BCD7-3C0B5322F76B}" type="sibTrans" cxnId="{B3A277E3-384F-4751-B501-BF83F840F652}">
      <dgm:prSet custT="1"/>
      <dgm:spPr/>
      <dgm:t>
        <a:bodyPr/>
        <a:lstStyle/>
        <a:p>
          <a:pPr algn="l" latinLnBrk="1"/>
          <a:endParaRPr lang="ko-KR" altLang="en-US" sz="1100"/>
        </a:p>
      </dgm:t>
    </dgm:pt>
    <dgm:pt modelId="{29390BE1-DBE2-43F2-B861-21C2D6EA29F4}" type="pres">
      <dgm:prSet presAssocID="{122C0999-0293-4358-ACC8-7BD9743D4165}" presName="Name0" presStyleCnt="0">
        <dgm:presLayoutVars>
          <dgm:dir/>
          <dgm:resizeHandles val="exact"/>
        </dgm:presLayoutVars>
      </dgm:prSet>
      <dgm:spPr/>
    </dgm:pt>
    <dgm:pt modelId="{9EBE4AD8-8316-4BCC-B7A4-F153CC9DFAAF}" type="pres">
      <dgm:prSet presAssocID="{3F7EB4C2-2333-4C56-AD02-E679DBA55A3E}" presName="node" presStyleLbl="node1" presStyleIdx="0" presStyleCnt="6">
        <dgm:presLayoutVars>
          <dgm:bulletEnabled val="1"/>
        </dgm:presLayoutVars>
      </dgm:prSet>
      <dgm:spPr/>
    </dgm:pt>
    <dgm:pt modelId="{E32E518A-E7B0-477B-AD31-C4152FBF65B5}" type="pres">
      <dgm:prSet presAssocID="{E1FE9E39-303A-486D-80CD-1753A556F8C1}" presName="sibTrans" presStyleLbl="sibTrans1D1" presStyleIdx="0" presStyleCnt="5"/>
      <dgm:spPr/>
    </dgm:pt>
    <dgm:pt modelId="{5A1534E5-6AF3-4B86-9C32-1AAD68962EBD}" type="pres">
      <dgm:prSet presAssocID="{E1FE9E39-303A-486D-80CD-1753A556F8C1}" presName="connectorText" presStyleLbl="sibTrans1D1" presStyleIdx="0" presStyleCnt="5"/>
      <dgm:spPr/>
    </dgm:pt>
    <dgm:pt modelId="{AE6A8C8D-89AB-4036-A9DC-E319BF08AEBF}" type="pres">
      <dgm:prSet presAssocID="{F5426EB0-618F-424E-B66A-C195D4727B5F}" presName="node" presStyleLbl="node1" presStyleIdx="1" presStyleCnt="6" custScaleX="121474">
        <dgm:presLayoutVars>
          <dgm:bulletEnabled val="1"/>
        </dgm:presLayoutVars>
      </dgm:prSet>
      <dgm:spPr/>
    </dgm:pt>
    <dgm:pt modelId="{2A0996FB-1296-4128-839D-74F303B4A95D}" type="pres">
      <dgm:prSet presAssocID="{ACCB5468-6D3A-463C-85CC-4AF75243511B}" presName="sibTrans" presStyleLbl="sibTrans1D1" presStyleIdx="1" presStyleCnt="5"/>
      <dgm:spPr/>
    </dgm:pt>
    <dgm:pt modelId="{4F86A09E-BB04-4957-945D-B8794D348D46}" type="pres">
      <dgm:prSet presAssocID="{ACCB5468-6D3A-463C-85CC-4AF75243511B}" presName="connectorText" presStyleLbl="sibTrans1D1" presStyleIdx="1" presStyleCnt="5"/>
      <dgm:spPr/>
    </dgm:pt>
    <dgm:pt modelId="{77493BFE-2401-4BC5-BCB6-415384E52214}" type="pres">
      <dgm:prSet presAssocID="{BCADA39A-033B-4C0F-A2B7-8EBC3405365D}" presName="node" presStyleLbl="node1" presStyleIdx="2" presStyleCnt="6">
        <dgm:presLayoutVars>
          <dgm:bulletEnabled val="1"/>
        </dgm:presLayoutVars>
      </dgm:prSet>
      <dgm:spPr/>
    </dgm:pt>
    <dgm:pt modelId="{E239D042-5475-47FF-9810-7DC3AC8DC221}" type="pres">
      <dgm:prSet presAssocID="{0CD395F4-38B4-4DE5-8702-35A0BF219106}" presName="sibTrans" presStyleLbl="sibTrans1D1" presStyleIdx="2" presStyleCnt="5"/>
      <dgm:spPr/>
    </dgm:pt>
    <dgm:pt modelId="{488A4E54-616C-4CFD-8C9D-B7B7CA3A24E5}" type="pres">
      <dgm:prSet presAssocID="{0CD395F4-38B4-4DE5-8702-35A0BF219106}" presName="connectorText" presStyleLbl="sibTrans1D1" presStyleIdx="2" presStyleCnt="5"/>
      <dgm:spPr/>
    </dgm:pt>
    <dgm:pt modelId="{8BB475C1-6A4C-44F9-ABFC-4A28097BD9F7}" type="pres">
      <dgm:prSet presAssocID="{0F554EC3-CF8D-4428-B533-8175F967D2D9}" presName="node" presStyleLbl="node1" presStyleIdx="3" presStyleCnt="6" custScaleX="122187">
        <dgm:presLayoutVars>
          <dgm:bulletEnabled val="1"/>
        </dgm:presLayoutVars>
      </dgm:prSet>
      <dgm:spPr/>
    </dgm:pt>
    <dgm:pt modelId="{FAFCD20B-CCDE-4533-B722-6AE87C4CD8D5}" type="pres">
      <dgm:prSet presAssocID="{6099BA8E-EB74-497E-B9BC-073F82764511}" presName="sibTrans" presStyleLbl="sibTrans1D1" presStyleIdx="3" presStyleCnt="5"/>
      <dgm:spPr/>
    </dgm:pt>
    <dgm:pt modelId="{2B926B4B-BA91-4992-8143-F6554E9C9D0D}" type="pres">
      <dgm:prSet presAssocID="{6099BA8E-EB74-497E-B9BC-073F82764511}" presName="connectorText" presStyleLbl="sibTrans1D1" presStyleIdx="3" presStyleCnt="5"/>
      <dgm:spPr/>
    </dgm:pt>
    <dgm:pt modelId="{C5638309-12D7-452B-BE1E-6632A768038F}" type="pres">
      <dgm:prSet presAssocID="{21C46E68-32E3-4392-8FA6-06B7A8D7B2C5}" presName="node" presStyleLbl="node1" presStyleIdx="4" presStyleCnt="6">
        <dgm:presLayoutVars>
          <dgm:bulletEnabled val="1"/>
        </dgm:presLayoutVars>
      </dgm:prSet>
      <dgm:spPr/>
    </dgm:pt>
    <dgm:pt modelId="{AAA63383-CD1A-4AEC-A798-1F510B4FA85B}" type="pres">
      <dgm:prSet presAssocID="{A7BFF25C-0DEC-458A-BCD7-3C0B5322F76B}" presName="sibTrans" presStyleLbl="sibTrans1D1" presStyleIdx="4" presStyleCnt="5"/>
      <dgm:spPr/>
    </dgm:pt>
    <dgm:pt modelId="{8997BA68-A625-44BB-89B3-6CED8C14E991}" type="pres">
      <dgm:prSet presAssocID="{A7BFF25C-0DEC-458A-BCD7-3C0B5322F76B}" presName="connectorText" presStyleLbl="sibTrans1D1" presStyleIdx="4" presStyleCnt="5"/>
      <dgm:spPr/>
    </dgm:pt>
    <dgm:pt modelId="{A4156F28-FBE8-41F3-A2FE-76F5316B09F9}" type="pres">
      <dgm:prSet presAssocID="{394C9E23-8E13-4F6A-A511-2B3703828FE8}" presName="node" presStyleLbl="node1" presStyleIdx="5" presStyleCnt="6" custScaleX="122187">
        <dgm:presLayoutVars>
          <dgm:bulletEnabled val="1"/>
        </dgm:presLayoutVars>
      </dgm:prSet>
      <dgm:spPr/>
    </dgm:pt>
  </dgm:ptLst>
  <dgm:cxnLst>
    <dgm:cxn modelId="{A4F5BE0A-9C80-4AFE-BDF6-AE1910F8CE4D}" type="presOf" srcId="{E1FE9E39-303A-486D-80CD-1753A556F8C1}" destId="{5A1534E5-6AF3-4B86-9C32-1AAD68962EBD}" srcOrd="1" destOrd="0" presId="urn:microsoft.com/office/officeart/2005/8/layout/bProcess3"/>
    <dgm:cxn modelId="{70F05B14-90E9-42B5-AFD0-9B2D7401B08F}" type="presOf" srcId="{21C46E68-32E3-4392-8FA6-06B7A8D7B2C5}" destId="{C5638309-12D7-452B-BE1E-6632A768038F}" srcOrd="0" destOrd="0" presId="urn:microsoft.com/office/officeart/2005/8/layout/bProcess3"/>
    <dgm:cxn modelId="{FCEAE314-D314-4AE0-8F66-D7FA5F8D0385}" type="presOf" srcId="{ACCB5468-6D3A-463C-85CC-4AF75243511B}" destId="{2A0996FB-1296-4128-839D-74F303B4A95D}" srcOrd="0" destOrd="0" presId="urn:microsoft.com/office/officeart/2005/8/layout/bProcess3"/>
    <dgm:cxn modelId="{7CD72316-318D-4239-A113-69E8C0819F07}" type="presOf" srcId="{ACCB5468-6D3A-463C-85CC-4AF75243511B}" destId="{4F86A09E-BB04-4957-945D-B8794D348D46}" srcOrd="1" destOrd="0" presId="urn:microsoft.com/office/officeart/2005/8/layout/bProcess3"/>
    <dgm:cxn modelId="{3D685929-3C4C-4C32-B3BE-C637A6FCB31D}" srcId="{122C0999-0293-4358-ACC8-7BD9743D4165}" destId="{3F7EB4C2-2333-4C56-AD02-E679DBA55A3E}" srcOrd="0" destOrd="0" parTransId="{F962CEB6-E003-4DA7-837E-A60DD42AEE46}" sibTransId="{E1FE9E39-303A-486D-80CD-1753A556F8C1}"/>
    <dgm:cxn modelId="{022DA12C-2BE8-492F-BFCB-78DFA66833F5}" type="presOf" srcId="{0CD395F4-38B4-4DE5-8702-35A0BF219106}" destId="{488A4E54-616C-4CFD-8C9D-B7B7CA3A24E5}" srcOrd="1" destOrd="0" presId="urn:microsoft.com/office/officeart/2005/8/layout/bProcess3"/>
    <dgm:cxn modelId="{F09E833C-CAE3-4451-9045-2184A15F0926}" type="presOf" srcId="{F5426EB0-618F-424E-B66A-C195D4727B5F}" destId="{AE6A8C8D-89AB-4036-A9DC-E319BF08AEBF}" srcOrd="0" destOrd="0" presId="urn:microsoft.com/office/officeart/2005/8/layout/bProcess3"/>
    <dgm:cxn modelId="{42271541-20EE-443B-9277-33039980C08B}" srcId="{122C0999-0293-4358-ACC8-7BD9743D4165}" destId="{BCADA39A-033B-4C0F-A2B7-8EBC3405365D}" srcOrd="2" destOrd="0" parTransId="{F1D1FEB3-A626-47D8-B878-454E0F65FFC4}" sibTransId="{0CD395F4-38B4-4DE5-8702-35A0BF219106}"/>
    <dgm:cxn modelId="{EDB55E64-2F6D-4BCD-9B06-E6BFCF39C0C8}" type="presOf" srcId="{122C0999-0293-4358-ACC8-7BD9743D4165}" destId="{29390BE1-DBE2-43F2-B861-21C2D6EA29F4}" srcOrd="0" destOrd="0" presId="urn:microsoft.com/office/officeart/2005/8/layout/bProcess3"/>
    <dgm:cxn modelId="{D69E8967-1238-4CFD-B0FD-1A508A90B695}" type="presOf" srcId="{6099BA8E-EB74-497E-B9BC-073F82764511}" destId="{FAFCD20B-CCDE-4533-B722-6AE87C4CD8D5}" srcOrd="0" destOrd="0" presId="urn:microsoft.com/office/officeart/2005/8/layout/bProcess3"/>
    <dgm:cxn modelId="{24156C52-8FF9-4AB7-99D8-E14EB66DDAE2}" srcId="{122C0999-0293-4358-ACC8-7BD9743D4165}" destId="{394C9E23-8E13-4F6A-A511-2B3703828FE8}" srcOrd="5" destOrd="0" parTransId="{0A93DD32-8B09-47CC-8DC0-620D64E6645B}" sibTransId="{265A0A01-8E52-45FD-A930-9A0361ECCFEA}"/>
    <dgm:cxn modelId="{F0B06A7E-9458-430C-A067-E3C7BB4E7765}" srcId="{122C0999-0293-4358-ACC8-7BD9743D4165}" destId="{0F554EC3-CF8D-4428-B533-8175F967D2D9}" srcOrd="3" destOrd="0" parTransId="{0B52FC25-1E5C-47BE-A88C-552C64B9B454}" sibTransId="{6099BA8E-EB74-497E-B9BC-073F82764511}"/>
    <dgm:cxn modelId="{8FFD21A5-60BE-4FE3-B289-CD02B8B1AD25}" type="presOf" srcId="{0CD395F4-38B4-4DE5-8702-35A0BF219106}" destId="{E239D042-5475-47FF-9810-7DC3AC8DC221}" srcOrd="0" destOrd="0" presId="urn:microsoft.com/office/officeart/2005/8/layout/bProcess3"/>
    <dgm:cxn modelId="{4B684EA6-3318-45CE-A750-DC40A821665B}" type="presOf" srcId="{BCADA39A-033B-4C0F-A2B7-8EBC3405365D}" destId="{77493BFE-2401-4BC5-BCB6-415384E52214}" srcOrd="0" destOrd="0" presId="urn:microsoft.com/office/officeart/2005/8/layout/bProcess3"/>
    <dgm:cxn modelId="{7D080AB9-19C3-452F-A07C-E043E96DF7D2}" srcId="{122C0999-0293-4358-ACC8-7BD9743D4165}" destId="{F5426EB0-618F-424E-B66A-C195D4727B5F}" srcOrd="1" destOrd="0" parTransId="{A729C097-8B78-4452-9C49-E75729B273EA}" sibTransId="{ACCB5468-6D3A-463C-85CC-4AF75243511B}"/>
    <dgm:cxn modelId="{EED430BD-C29A-4217-8CB0-D0A2D353FF05}" type="presOf" srcId="{3F7EB4C2-2333-4C56-AD02-E679DBA55A3E}" destId="{9EBE4AD8-8316-4BCC-B7A4-F153CC9DFAAF}" srcOrd="0" destOrd="0" presId="urn:microsoft.com/office/officeart/2005/8/layout/bProcess3"/>
    <dgm:cxn modelId="{19D7C0BD-5044-4A4B-B4EF-D96B161073FF}" type="presOf" srcId="{394C9E23-8E13-4F6A-A511-2B3703828FE8}" destId="{A4156F28-FBE8-41F3-A2FE-76F5316B09F9}" srcOrd="0" destOrd="0" presId="urn:microsoft.com/office/officeart/2005/8/layout/bProcess3"/>
    <dgm:cxn modelId="{05EE87D4-8763-435B-98EB-5821B557F9ED}" type="presOf" srcId="{6099BA8E-EB74-497E-B9BC-073F82764511}" destId="{2B926B4B-BA91-4992-8143-F6554E9C9D0D}" srcOrd="1" destOrd="0" presId="urn:microsoft.com/office/officeart/2005/8/layout/bProcess3"/>
    <dgm:cxn modelId="{B24BC1D4-A9F0-480E-93FC-2F6E7CC7A78E}" type="presOf" srcId="{A7BFF25C-0DEC-458A-BCD7-3C0B5322F76B}" destId="{8997BA68-A625-44BB-89B3-6CED8C14E991}" srcOrd="1" destOrd="0" presId="urn:microsoft.com/office/officeart/2005/8/layout/bProcess3"/>
    <dgm:cxn modelId="{012BABDA-2DCD-418A-AE21-0A916DF80D57}" type="presOf" srcId="{E1FE9E39-303A-486D-80CD-1753A556F8C1}" destId="{E32E518A-E7B0-477B-AD31-C4152FBF65B5}" srcOrd="0" destOrd="0" presId="urn:microsoft.com/office/officeart/2005/8/layout/bProcess3"/>
    <dgm:cxn modelId="{B3A277E3-384F-4751-B501-BF83F840F652}" srcId="{122C0999-0293-4358-ACC8-7BD9743D4165}" destId="{21C46E68-32E3-4392-8FA6-06B7A8D7B2C5}" srcOrd="4" destOrd="0" parTransId="{1A429E2A-3EA1-4E3D-9C67-11CC5999491D}" sibTransId="{A7BFF25C-0DEC-458A-BCD7-3C0B5322F76B}"/>
    <dgm:cxn modelId="{28ED2BF3-14F8-4B60-81E5-905E1FF1EE1A}" type="presOf" srcId="{0F554EC3-CF8D-4428-B533-8175F967D2D9}" destId="{8BB475C1-6A4C-44F9-ABFC-4A28097BD9F7}" srcOrd="0" destOrd="0" presId="urn:microsoft.com/office/officeart/2005/8/layout/bProcess3"/>
    <dgm:cxn modelId="{30A2BFF8-EC1B-46ED-8E5C-F69754F26555}" type="presOf" srcId="{A7BFF25C-0DEC-458A-BCD7-3C0B5322F76B}" destId="{AAA63383-CD1A-4AEC-A798-1F510B4FA85B}" srcOrd="0" destOrd="0" presId="urn:microsoft.com/office/officeart/2005/8/layout/bProcess3"/>
    <dgm:cxn modelId="{3389E107-D08E-4294-9802-C2CF97038BC0}" type="presParOf" srcId="{29390BE1-DBE2-43F2-B861-21C2D6EA29F4}" destId="{9EBE4AD8-8316-4BCC-B7A4-F153CC9DFAAF}" srcOrd="0" destOrd="0" presId="urn:microsoft.com/office/officeart/2005/8/layout/bProcess3"/>
    <dgm:cxn modelId="{F53F8599-31EA-48FC-A7AA-0C32803D43CF}" type="presParOf" srcId="{29390BE1-DBE2-43F2-B861-21C2D6EA29F4}" destId="{E32E518A-E7B0-477B-AD31-C4152FBF65B5}" srcOrd="1" destOrd="0" presId="urn:microsoft.com/office/officeart/2005/8/layout/bProcess3"/>
    <dgm:cxn modelId="{0DCEDCBF-232B-4378-80D3-4920544F2082}" type="presParOf" srcId="{E32E518A-E7B0-477B-AD31-C4152FBF65B5}" destId="{5A1534E5-6AF3-4B86-9C32-1AAD68962EBD}" srcOrd="0" destOrd="0" presId="urn:microsoft.com/office/officeart/2005/8/layout/bProcess3"/>
    <dgm:cxn modelId="{F2C35C54-417C-4209-847C-36738C3C41C6}" type="presParOf" srcId="{29390BE1-DBE2-43F2-B861-21C2D6EA29F4}" destId="{AE6A8C8D-89AB-4036-A9DC-E319BF08AEBF}" srcOrd="2" destOrd="0" presId="urn:microsoft.com/office/officeart/2005/8/layout/bProcess3"/>
    <dgm:cxn modelId="{2C575BF3-00E7-4A43-A5EF-72783E3F60A6}" type="presParOf" srcId="{29390BE1-DBE2-43F2-B861-21C2D6EA29F4}" destId="{2A0996FB-1296-4128-839D-74F303B4A95D}" srcOrd="3" destOrd="0" presId="urn:microsoft.com/office/officeart/2005/8/layout/bProcess3"/>
    <dgm:cxn modelId="{BC7F6709-C961-4E02-B32A-81893115DA60}" type="presParOf" srcId="{2A0996FB-1296-4128-839D-74F303B4A95D}" destId="{4F86A09E-BB04-4957-945D-B8794D348D46}" srcOrd="0" destOrd="0" presId="urn:microsoft.com/office/officeart/2005/8/layout/bProcess3"/>
    <dgm:cxn modelId="{A81BD283-2138-4C98-B7AA-932D6B787511}" type="presParOf" srcId="{29390BE1-DBE2-43F2-B861-21C2D6EA29F4}" destId="{77493BFE-2401-4BC5-BCB6-415384E52214}" srcOrd="4" destOrd="0" presId="urn:microsoft.com/office/officeart/2005/8/layout/bProcess3"/>
    <dgm:cxn modelId="{FB0DD4FD-7DDE-4D3B-91A0-D5FD71FB2D4B}" type="presParOf" srcId="{29390BE1-DBE2-43F2-B861-21C2D6EA29F4}" destId="{E239D042-5475-47FF-9810-7DC3AC8DC221}" srcOrd="5" destOrd="0" presId="urn:microsoft.com/office/officeart/2005/8/layout/bProcess3"/>
    <dgm:cxn modelId="{CAD74E4C-25A1-4304-8797-4AB7A1D4DD60}" type="presParOf" srcId="{E239D042-5475-47FF-9810-7DC3AC8DC221}" destId="{488A4E54-616C-4CFD-8C9D-B7B7CA3A24E5}" srcOrd="0" destOrd="0" presId="urn:microsoft.com/office/officeart/2005/8/layout/bProcess3"/>
    <dgm:cxn modelId="{8EEAB8B3-E638-4745-9225-818765C0602C}" type="presParOf" srcId="{29390BE1-DBE2-43F2-B861-21C2D6EA29F4}" destId="{8BB475C1-6A4C-44F9-ABFC-4A28097BD9F7}" srcOrd="6" destOrd="0" presId="urn:microsoft.com/office/officeart/2005/8/layout/bProcess3"/>
    <dgm:cxn modelId="{D1A0703A-ED47-4ECA-8F22-A97778A44DED}" type="presParOf" srcId="{29390BE1-DBE2-43F2-B861-21C2D6EA29F4}" destId="{FAFCD20B-CCDE-4533-B722-6AE87C4CD8D5}" srcOrd="7" destOrd="0" presId="urn:microsoft.com/office/officeart/2005/8/layout/bProcess3"/>
    <dgm:cxn modelId="{9512295E-49F1-4190-B742-FA1D9DFFA8CA}" type="presParOf" srcId="{FAFCD20B-CCDE-4533-B722-6AE87C4CD8D5}" destId="{2B926B4B-BA91-4992-8143-F6554E9C9D0D}" srcOrd="0" destOrd="0" presId="urn:microsoft.com/office/officeart/2005/8/layout/bProcess3"/>
    <dgm:cxn modelId="{2A9D76AE-5AF4-42F0-B3CE-B84794F3DBFB}" type="presParOf" srcId="{29390BE1-DBE2-43F2-B861-21C2D6EA29F4}" destId="{C5638309-12D7-452B-BE1E-6632A768038F}" srcOrd="8" destOrd="0" presId="urn:microsoft.com/office/officeart/2005/8/layout/bProcess3"/>
    <dgm:cxn modelId="{E8BF33A8-EB15-46F1-8955-F21D0B82F3C4}" type="presParOf" srcId="{29390BE1-DBE2-43F2-B861-21C2D6EA29F4}" destId="{AAA63383-CD1A-4AEC-A798-1F510B4FA85B}" srcOrd="9" destOrd="0" presId="urn:microsoft.com/office/officeart/2005/8/layout/bProcess3"/>
    <dgm:cxn modelId="{58E497D0-8B74-40F6-8FDD-3DBCCE5D87CA}" type="presParOf" srcId="{AAA63383-CD1A-4AEC-A798-1F510B4FA85B}" destId="{8997BA68-A625-44BB-89B3-6CED8C14E991}" srcOrd="0" destOrd="0" presId="urn:microsoft.com/office/officeart/2005/8/layout/bProcess3"/>
    <dgm:cxn modelId="{F53AA237-9D4D-4174-AADE-BDAB33A86A99}" type="presParOf" srcId="{29390BE1-DBE2-43F2-B861-21C2D6EA29F4}" destId="{A4156F28-FBE8-41F3-A2FE-76F5316B09F9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E518A-E7B0-477B-AD31-C4152FBF65B5}">
      <dsp:nvSpPr>
        <dsp:cNvPr id="0" name=""/>
        <dsp:cNvSpPr/>
      </dsp:nvSpPr>
      <dsp:spPr>
        <a:xfrm>
          <a:off x="3459693" y="653359"/>
          <a:ext cx="5002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284" y="45720"/>
              </a:lnTo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3696563" y="696422"/>
        <a:ext cx="26544" cy="5314"/>
      </dsp:txXfrm>
    </dsp:sp>
    <dsp:sp modelId="{9EBE4AD8-8316-4BCC-B7A4-F153CC9DFAAF}">
      <dsp:nvSpPr>
        <dsp:cNvPr id="0" name=""/>
        <dsp:cNvSpPr/>
      </dsp:nvSpPr>
      <dsp:spPr>
        <a:xfrm>
          <a:off x="1153301" y="6621"/>
          <a:ext cx="2308191" cy="13849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Game Main Window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-&gt; start button pressed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-&gt;MouseEvent occured</a:t>
          </a:r>
          <a:endParaRPr lang="ko-KR" altLang="en-US" sz="1100" kern="1200"/>
        </a:p>
      </dsp:txBody>
      <dsp:txXfrm>
        <a:off x="1153301" y="6621"/>
        <a:ext cx="2308191" cy="1384915"/>
      </dsp:txXfrm>
    </dsp:sp>
    <dsp:sp modelId="{2A0996FB-1296-4128-839D-74F303B4A95D}">
      <dsp:nvSpPr>
        <dsp:cNvPr id="0" name=""/>
        <dsp:cNvSpPr/>
      </dsp:nvSpPr>
      <dsp:spPr>
        <a:xfrm>
          <a:off x="2307397" y="1389736"/>
          <a:ext cx="3086906" cy="500284"/>
        </a:xfrm>
        <a:custGeom>
          <a:avLst/>
          <a:gdLst/>
          <a:ahLst/>
          <a:cxnLst/>
          <a:rect l="0" t="0" r="0" b="0"/>
          <a:pathLst>
            <a:path>
              <a:moveTo>
                <a:pt x="3086906" y="0"/>
              </a:moveTo>
              <a:lnTo>
                <a:pt x="3086906" y="267242"/>
              </a:lnTo>
              <a:lnTo>
                <a:pt x="0" y="267242"/>
              </a:lnTo>
              <a:lnTo>
                <a:pt x="0" y="500284"/>
              </a:lnTo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3772545" y="1637221"/>
        <a:ext cx="156611" cy="5314"/>
      </dsp:txXfrm>
    </dsp:sp>
    <dsp:sp modelId="{AE6A8C8D-89AB-4036-A9DC-E319BF08AEBF}">
      <dsp:nvSpPr>
        <dsp:cNvPr id="0" name=""/>
        <dsp:cNvSpPr/>
      </dsp:nvSpPr>
      <dsp:spPr>
        <a:xfrm>
          <a:off x="3992377" y="6621"/>
          <a:ext cx="2803853" cy="13849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gameStart(nowSelectedSong){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...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game.start()	//thread start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…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}</a:t>
          </a:r>
          <a:endParaRPr lang="ko-KR" altLang="en-US" sz="1100" kern="1200"/>
        </a:p>
      </dsp:txBody>
      <dsp:txXfrm>
        <a:off x="3992377" y="6621"/>
        <a:ext cx="2803853" cy="1384915"/>
      </dsp:txXfrm>
    </dsp:sp>
    <dsp:sp modelId="{E239D042-5475-47FF-9810-7DC3AC8DC221}">
      <dsp:nvSpPr>
        <dsp:cNvPr id="0" name=""/>
        <dsp:cNvSpPr/>
      </dsp:nvSpPr>
      <dsp:spPr>
        <a:xfrm>
          <a:off x="3459693" y="2569158"/>
          <a:ext cx="5002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284" y="45720"/>
              </a:lnTo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3696563" y="2612221"/>
        <a:ext cx="26544" cy="5314"/>
      </dsp:txXfrm>
    </dsp:sp>
    <dsp:sp modelId="{77493BFE-2401-4BC5-BCB6-415384E52214}">
      <dsp:nvSpPr>
        <dsp:cNvPr id="0" name=""/>
        <dsp:cNvSpPr/>
      </dsp:nvSpPr>
      <dsp:spPr>
        <a:xfrm>
          <a:off x="1153301" y="1922420"/>
          <a:ext cx="2308191" cy="13849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run(){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dropNotes();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}</a:t>
          </a:r>
        </a:p>
      </dsp:txBody>
      <dsp:txXfrm>
        <a:off x="1153301" y="1922420"/>
        <a:ext cx="2308191" cy="1384915"/>
      </dsp:txXfrm>
    </dsp:sp>
    <dsp:sp modelId="{FAFCD20B-CCDE-4533-B722-6AE87C4CD8D5}">
      <dsp:nvSpPr>
        <dsp:cNvPr id="0" name=""/>
        <dsp:cNvSpPr/>
      </dsp:nvSpPr>
      <dsp:spPr>
        <a:xfrm>
          <a:off x="2307397" y="3305536"/>
          <a:ext cx="3095135" cy="500284"/>
        </a:xfrm>
        <a:custGeom>
          <a:avLst/>
          <a:gdLst/>
          <a:ahLst/>
          <a:cxnLst/>
          <a:rect l="0" t="0" r="0" b="0"/>
          <a:pathLst>
            <a:path>
              <a:moveTo>
                <a:pt x="3095135" y="0"/>
              </a:moveTo>
              <a:lnTo>
                <a:pt x="3095135" y="267242"/>
              </a:lnTo>
              <a:lnTo>
                <a:pt x="0" y="267242"/>
              </a:lnTo>
              <a:lnTo>
                <a:pt x="0" y="500284"/>
              </a:lnTo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3776456" y="3553021"/>
        <a:ext cx="157016" cy="5314"/>
      </dsp:txXfrm>
    </dsp:sp>
    <dsp:sp modelId="{8BB475C1-6A4C-44F9-ABFC-4A28097BD9F7}">
      <dsp:nvSpPr>
        <dsp:cNvPr id="0" name=""/>
        <dsp:cNvSpPr/>
      </dsp:nvSpPr>
      <dsp:spPr>
        <a:xfrm>
          <a:off x="3992377" y="1922420"/>
          <a:ext cx="2820310" cy="13849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dropNotes(){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hitListMaker(beatmap.txt, offset);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…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Note note = New Note(…);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Note.start()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}</a:t>
          </a:r>
          <a:endParaRPr lang="ko-KR" altLang="en-US" sz="1100" kern="1200"/>
        </a:p>
      </dsp:txBody>
      <dsp:txXfrm>
        <a:off x="3992377" y="1922420"/>
        <a:ext cx="2820310" cy="1384915"/>
      </dsp:txXfrm>
    </dsp:sp>
    <dsp:sp modelId="{AAA63383-CD1A-4AEC-A798-1F510B4FA85B}">
      <dsp:nvSpPr>
        <dsp:cNvPr id="0" name=""/>
        <dsp:cNvSpPr/>
      </dsp:nvSpPr>
      <dsp:spPr>
        <a:xfrm>
          <a:off x="3459693" y="4484957"/>
          <a:ext cx="5002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284" y="45720"/>
              </a:lnTo>
            </a:path>
          </a:pathLst>
        </a:cu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3696563" y="4528020"/>
        <a:ext cx="26544" cy="5314"/>
      </dsp:txXfrm>
    </dsp:sp>
    <dsp:sp modelId="{C5638309-12D7-452B-BE1E-6632A768038F}">
      <dsp:nvSpPr>
        <dsp:cNvPr id="0" name=""/>
        <dsp:cNvSpPr/>
      </dsp:nvSpPr>
      <dsp:spPr>
        <a:xfrm>
          <a:off x="1153301" y="3838220"/>
          <a:ext cx="2308191" cy="13849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run(){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while(true){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  drop();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  if(proceeded)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    Thread.sleep(…);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}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}</a:t>
          </a:r>
          <a:endParaRPr lang="ko-KR" altLang="en-US" sz="1100" kern="1200"/>
        </a:p>
      </dsp:txBody>
      <dsp:txXfrm>
        <a:off x="1153301" y="3838220"/>
        <a:ext cx="2308191" cy="1384915"/>
      </dsp:txXfrm>
    </dsp:sp>
    <dsp:sp modelId="{A4156F28-FBE8-41F3-A2FE-76F5316B09F9}">
      <dsp:nvSpPr>
        <dsp:cNvPr id="0" name=""/>
        <dsp:cNvSpPr/>
      </dsp:nvSpPr>
      <dsp:spPr>
        <a:xfrm>
          <a:off x="3992377" y="3838220"/>
          <a:ext cx="2820310" cy="13849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drop(){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y += BasicBeatGame.NOTE_SPEED;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if(y &gt; 980) {</a:t>
          </a:r>
          <a:endParaRPr lang="ko-KR" altLang="ko-KR" sz="1100" kern="1200"/>
        </a:p>
        <a:p>
          <a:pPr marL="0" lvl="0" indent="0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  System.out.println("Miss");</a:t>
          </a:r>
          <a:endParaRPr lang="ko-KR" altLang="ko-KR" sz="1100" kern="1200"/>
        </a:p>
        <a:p>
          <a:pPr marL="0" lvl="0" indent="0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  close();</a:t>
          </a:r>
          <a:endParaRPr lang="ko-KR" altLang="ko-KR" sz="1100" kern="1200"/>
        </a:p>
        <a:p>
          <a:pPr marL="0" lvl="0" indent="0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  }</a:t>
          </a:r>
        </a:p>
        <a:p>
          <a:pPr marL="0" lvl="0" indent="0" algn="l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/>
            <a:t>}</a:t>
          </a:r>
          <a:endParaRPr lang="ko-KR" altLang="en-US" sz="1100" kern="1200"/>
        </a:p>
      </dsp:txBody>
      <dsp:txXfrm>
        <a:off x="3992377" y="3838220"/>
        <a:ext cx="2820310" cy="1384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7D0C1-D5FE-48CB-AEB6-E9E3D1C2E343}" type="datetimeFigureOut">
              <a:rPr lang="ko-KR" altLang="en-US" smtClean="0"/>
              <a:t>2021-11-04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811B0-B48E-441A-87FD-055ECECA2FB0}"/>
              </a:ext>
            </a:extLst>
          </p:cNvPr>
          <p:cNvSpPr txBox="1"/>
          <p:nvPr userDrawn="1"/>
        </p:nvSpPr>
        <p:spPr>
          <a:xfrm>
            <a:off x="9715499" y="6505575"/>
            <a:ext cx="2406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 dirty="0">
              <a:solidFill>
                <a:schemeClr val="accent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5661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comments" Target="../comments/comment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2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11.png"/><Relationship Id="rId4" Type="http://schemas.openxmlformats.org/officeDocument/2006/relationships/diagramData" Target="../diagrams/data1.xml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comments" Target="../comments/commen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216800" cy="685800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096093" y="2974310"/>
            <a:ext cx="39998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PORTFOLIO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4717195" y="3897640"/>
            <a:ext cx="278241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>
                <a:solidFill>
                  <a:schemeClr val="bg1"/>
                </a:solidFill>
              </a:rPr>
              <a:t>JAVA PROJECT</a:t>
            </a:r>
            <a:endParaRPr lang="en-US" altLang="ko-KR" sz="2000">
              <a:solidFill>
                <a:schemeClr val="bg1"/>
              </a:solidFill>
            </a:endParaRPr>
          </a:p>
          <a:p>
            <a:pPr algn="ctr"/>
            <a:r>
              <a:rPr lang="en-US" altLang="ko-KR" sz="2000">
                <a:solidFill>
                  <a:schemeClr val="bg1"/>
                </a:solidFill>
              </a:rPr>
              <a:t>[RHYTHM GAME]</a:t>
            </a:r>
          </a:p>
          <a:p>
            <a:pPr algn="ctr"/>
            <a:r>
              <a:rPr lang="en-US" altLang="ko-KR" sz="2000">
                <a:solidFill>
                  <a:schemeClr val="bg1"/>
                </a:solidFill>
              </a:rPr>
              <a:t>MENUAL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" y="158119"/>
            <a:ext cx="1569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pc="-150">
                <a:solidFill>
                  <a:schemeClr val="bg1"/>
                </a:solidFill>
              </a:rPr>
              <a:t>By  20185138 </a:t>
            </a:r>
            <a:r>
              <a:rPr lang="ko-KR" altLang="en-US" sz="1400" spc="-150">
                <a:solidFill>
                  <a:schemeClr val="bg1"/>
                </a:solidFill>
              </a:rPr>
              <a:t>한성용</a:t>
            </a:r>
            <a:endParaRPr lang="ko-KR" altLang="en-US" sz="1400" spc="-150" dirty="0">
              <a:solidFill>
                <a:schemeClr val="bg1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85500" y="6267420"/>
            <a:ext cx="1065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chemeClr val="bg1"/>
                </a:solidFill>
              </a:rPr>
              <a:t>2021.11.02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76038" y="6505575"/>
            <a:ext cx="25458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Copyrightⓒ</a:t>
            </a:r>
            <a:r>
              <a:rPr lang="en-US" altLang="ko-KR" sz="800">
                <a:solidFill>
                  <a:schemeClr val="bg1"/>
                </a:solidFill>
                <a:latin typeface="+mn-ea"/>
              </a:rPr>
              <a:t>. SeongYong Han.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All Rights Reserved.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39986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7" b="117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0" y="0"/>
            <a:ext cx="12237082" cy="6858000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타원 2"/>
          <p:cNvSpPr/>
          <p:nvPr/>
        </p:nvSpPr>
        <p:spPr>
          <a:xfrm>
            <a:off x="1219200" y="2247829"/>
            <a:ext cx="388681" cy="388681"/>
          </a:xfrm>
          <a:prstGeom prst="ellipse">
            <a:avLst/>
          </a:prstGeom>
          <a:noFill/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713824" y="2273229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001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3824" y="3542048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002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13824" y="4805642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003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13824" y="606923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004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59166" y="2273229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pc="-150">
                <a:solidFill>
                  <a:schemeClr val="bg1"/>
                </a:solidFill>
              </a:rPr>
              <a:t>GAME</a:t>
            </a:r>
            <a:r>
              <a:rPr lang="ko-KR" altLang="en-US" spc="-150">
                <a:solidFill>
                  <a:schemeClr val="bg1"/>
                </a:solidFill>
              </a:rPr>
              <a:t> </a:t>
            </a:r>
            <a:r>
              <a:rPr lang="en-US" altLang="ko-KR" spc="-150">
                <a:solidFill>
                  <a:schemeClr val="bg1"/>
                </a:solidFill>
              </a:rPr>
              <a:t>MENUAL</a:t>
            </a:r>
            <a:endParaRPr lang="ko-KR" altLang="en-US" spc="-1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59166" y="3542048"/>
            <a:ext cx="1323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pc="-150">
                <a:solidFill>
                  <a:schemeClr val="bg1"/>
                </a:solidFill>
              </a:rPr>
              <a:t>PLAY GAME</a:t>
            </a:r>
            <a:endParaRPr lang="ko-KR" altLang="en-US" spc="-15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59166" y="4805642"/>
            <a:ext cx="281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pc="-150">
                <a:solidFill>
                  <a:schemeClr val="bg1"/>
                </a:solidFill>
              </a:rPr>
              <a:t>GAME RUNNING PROCESS</a:t>
            </a:r>
            <a:endParaRPr lang="ko-KR" altLang="en-US" spc="-15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59166" y="6069236"/>
            <a:ext cx="2398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pc="-150">
                <a:solidFill>
                  <a:schemeClr val="bg1"/>
                </a:solidFill>
              </a:rPr>
              <a:t>CORE CODE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9166" y="2674193"/>
            <a:ext cx="3541394" cy="62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400" spc="-150">
                <a:solidFill>
                  <a:schemeClr val="bg1"/>
                </a:solidFill>
                <a:latin typeface="Noto Sans CJK KR Thin" panose="020B0200000000000000" pitchFamily="34" charset="-127"/>
                <a:ea typeface="Noto Sans CJK KR Thin" panose="020B0200000000000000" pitchFamily="34" charset="-127"/>
                <a:cs typeface="Arial" panose="020B0604020202020204" pitchFamily="34" charset="0"/>
              </a:rPr>
              <a:t>GAME INTRODUCTION</a:t>
            </a:r>
          </a:p>
          <a:p>
            <a:pPr marL="180975" indent="-180975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400" spc="-150">
                <a:solidFill>
                  <a:schemeClr val="bg1"/>
                </a:solidFill>
                <a:latin typeface="Noto Sans CJK KR Thin" panose="020B0200000000000000" pitchFamily="34" charset="-127"/>
                <a:ea typeface="Noto Sans CJK KR Thin" panose="020B0200000000000000" pitchFamily="34" charset="-127"/>
                <a:cs typeface="Arial" panose="020B0604020202020204" pitchFamily="34" charset="0"/>
              </a:rPr>
              <a:t>GAME SETTING</a:t>
            </a:r>
            <a:endParaRPr lang="ko-KR" altLang="en-US" sz="1400" spc="-150" dirty="0">
              <a:solidFill>
                <a:schemeClr val="bg1"/>
              </a:solidFill>
              <a:latin typeface="Noto Sans CJK KR Thin" panose="020B0200000000000000" pitchFamily="34" charset="-127"/>
              <a:ea typeface="Noto Sans CJK KR Thin" panose="020B02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16874" y="3938945"/>
            <a:ext cx="3541394" cy="341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400" spc="-150">
                <a:solidFill>
                  <a:schemeClr val="bg1"/>
                </a:solidFill>
                <a:latin typeface="Noto Sans CJK KR Thin" panose="020B0200000000000000" pitchFamily="34" charset="-127"/>
                <a:ea typeface="Noto Sans CJK KR Thin" panose="020B0200000000000000" pitchFamily="34" charset="-127"/>
                <a:cs typeface="Arial" panose="020B0604020202020204" pitchFamily="34" charset="0"/>
              </a:rPr>
              <a:t>SCREENSHOT IN GAME</a:t>
            </a:r>
            <a:endParaRPr lang="ko-KR" altLang="en-US" sz="1400" spc="-150" dirty="0">
              <a:solidFill>
                <a:schemeClr val="bg1"/>
              </a:solidFill>
              <a:latin typeface="Noto Sans CJK KR Thin" panose="020B0200000000000000" pitchFamily="34" charset="-127"/>
              <a:ea typeface="Noto Sans CJK KR Thin" panose="020B02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74582" y="5203697"/>
            <a:ext cx="3541394" cy="341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400" spc="-150">
                <a:solidFill>
                  <a:schemeClr val="bg1"/>
                </a:solidFill>
                <a:latin typeface="Noto Sans CJK KR Thin" panose="020B0200000000000000" pitchFamily="34" charset="-127"/>
                <a:ea typeface="Noto Sans CJK KR Thin" panose="020B0200000000000000" pitchFamily="34" charset="-127"/>
                <a:cs typeface="Arial" panose="020B0604020202020204" pitchFamily="34" charset="0"/>
              </a:rPr>
              <a:t>게임이 실행되기까지 과정</a:t>
            </a:r>
            <a:endParaRPr lang="ko-KR" altLang="en-US" sz="1400" spc="-150" dirty="0">
              <a:solidFill>
                <a:schemeClr val="bg1"/>
              </a:solidFill>
              <a:latin typeface="Noto Sans CJK KR Thin" panose="020B0200000000000000" pitchFamily="34" charset="-127"/>
              <a:ea typeface="Noto Sans CJK KR Thin" panose="020B0200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/>
          <p:cNvSpPr/>
          <p:nvPr/>
        </p:nvSpPr>
        <p:spPr>
          <a:xfrm>
            <a:off x="1219200" y="3542048"/>
            <a:ext cx="388681" cy="388681"/>
          </a:xfrm>
          <a:prstGeom prst="ellipse">
            <a:avLst/>
          </a:prstGeom>
          <a:noFill/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1219200" y="4836267"/>
            <a:ext cx="388681" cy="388681"/>
          </a:xfrm>
          <a:prstGeom prst="ellipse">
            <a:avLst/>
          </a:prstGeom>
          <a:noFill/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1231900" y="6028886"/>
            <a:ext cx="388681" cy="388681"/>
          </a:xfrm>
          <a:prstGeom prst="ellipse">
            <a:avLst/>
          </a:prstGeom>
          <a:noFill/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886674" y="588588"/>
            <a:ext cx="1372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CONTENTS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12D2A6-E4CB-495D-BB17-E887D6375FBD}"/>
              </a:ext>
            </a:extLst>
          </p:cNvPr>
          <p:cNvSpPr txBox="1"/>
          <p:nvPr/>
        </p:nvSpPr>
        <p:spPr>
          <a:xfrm>
            <a:off x="2316874" y="6334791"/>
            <a:ext cx="3541394" cy="341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400" spc="-150">
                <a:solidFill>
                  <a:schemeClr val="bg1"/>
                </a:solidFill>
                <a:latin typeface="Noto Sans CJK KR Thin" panose="020B0200000000000000" pitchFamily="34" charset="-127"/>
                <a:ea typeface="Noto Sans CJK KR Thin" panose="020B0200000000000000" pitchFamily="34" charset="-127"/>
                <a:cs typeface="Arial" panose="020B0604020202020204" pitchFamily="34" charset="0"/>
              </a:rPr>
              <a:t>프로젝트의 핵심 코드 분석</a:t>
            </a:r>
            <a:endParaRPr lang="ko-KR" altLang="en-US" sz="1400" spc="-150" dirty="0">
              <a:solidFill>
                <a:schemeClr val="bg1"/>
              </a:solidFill>
              <a:latin typeface="Noto Sans CJK KR Thin" panose="020B0200000000000000" pitchFamily="34" charset="-127"/>
              <a:ea typeface="Noto Sans CJK KR Thin" panose="020B02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109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7769" y="2211262"/>
            <a:ext cx="5187231" cy="2099938"/>
            <a:chOff x="527769" y="1728426"/>
            <a:chExt cx="5187231" cy="2099938"/>
          </a:xfrm>
        </p:grpSpPr>
        <p:sp>
          <p:nvSpPr>
            <p:cNvPr id="18" name="TextBox 17"/>
            <p:cNvSpPr txBox="1"/>
            <p:nvPr/>
          </p:nvSpPr>
          <p:spPr>
            <a:xfrm>
              <a:off x="558064" y="3058923"/>
              <a:ext cx="423545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b="1" spc="-15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 panose="02020603020101020101" pitchFamily="18" charset="-127"/>
                </a:rPr>
                <a:t>GAME MENUAL</a:t>
              </a:r>
              <a:endParaRPr lang="ko-KR" altLang="en-US" sz="4400" b="1" spc="-150" dirty="0">
                <a:solidFill>
                  <a:schemeClr val="bg1"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9" y="1728426"/>
              <a:ext cx="2909771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0" b="1" spc="-150" dirty="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 panose="02020603020101020101" pitchFamily="18" charset="-127"/>
                </a:rPr>
                <a:t>Part 1.</a:t>
              </a:r>
              <a:endParaRPr lang="ko-KR" altLang="en-US" sz="8000" b="1" spc="-150" dirty="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endParaRP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F8F207-BE97-40AE-9975-47BD52E08AB6}"/>
              </a:ext>
            </a:extLst>
          </p:cNvPr>
          <p:cNvSpPr/>
          <p:nvPr/>
        </p:nvSpPr>
        <p:spPr>
          <a:xfrm>
            <a:off x="9827741" y="6540843"/>
            <a:ext cx="2215978" cy="1400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85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7C142369-60B6-42D3-8671-782ED4F35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300"/>
            <a:ext cx="12192000" cy="52197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600" y="158119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pc="-150">
                <a:solidFill>
                  <a:schemeClr val="accent4"/>
                </a:solidFill>
              </a:rPr>
              <a:t>CHAPTER  1</a:t>
            </a:r>
            <a:endParaRPr lang="ko-KR" altLang="en-US" sz="1400" spc="-150" dirty="0">
              <a:solidFill>
                <a:schemeClr val="accent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08523" y="652394"/>
            <a:ext cx="627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accent4"/>
                </a:solidFill>
              </a:rPr>
              <a:t>1.1</a:t>
            </a:r>
            <a:endParaRPr lang="ko-KR" altLang="en-US" sz="3200" b="1" dirty="0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63852" y="645071"/>
            <a:ext cx="389151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GAME INTRODUCTION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CA4AC0D-9630-4489-8438-9410E7827D05}"/>
              </a:ext>
            </a:extLst>
          </p:cNvPr>
          <p:cNvGrpSpPr/>
          <p:nvPr/>
        </p:nvGrpSpPr>
        <p:grpSpPr>
          <a:xfrm>
            <a:off x="1715978" y="1929571"/>
            <a:ext cx="412183" cy="4597400"/>
            <a:chOff x="1504491" y="1778000"/>
            <a:chExt cx="412183" cy="459740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742FFA3C-74BD-40E0-B213-E6AE51E85315}"/>
                </a:ext>
              </a:extLst>
            </p:cNvPr>
            <p:cNvCxnSpPr/>
            <p:nvPr/>
          </p:nvCxnSpPr>
          <p:spPr>
            <a:xfrm>
              <a:off x="1714500" y="1778000"/>
              <a:ext cx="0" cy="4597400"/>
            </a:xfrm>
            <a:prstGeom prst="line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9403413B-68A3-4260-948E-6CD6F4196473}"/>
                </a:ext>
              </a:extLst>
            </p:cNvPr>
            <p:cNvSpPr/>
            <p:nvPr/>
          </p:nvSpPr>
          <p:spPr>
            <a:xfrm>
              <a:off x="1527993" y="2285929"/>
              <a:ext cx="388681" cy="388681"/>
            </a:xfrm>
            <a:prstGeom prst="ellipse">
              <a:avLst/>
            </a:prstGeom>
            <a:solidFill>
              <a:srgbClr val="FBFBFB"/>
            </a:solidFill>
            <a:ln w="1016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AE72925-AF55-48BA-9BBA-C078EB2F8CD7}"/>
                </a:ext>
              </a:extLst>
            </p:cNvPr>
            <p:cNvSpPr/>
            <p:nvPr/>
          </p:nvSpPr>
          <p:spPr>
            <a:xfrm>
              <a:off x="1520159" y="3322239"/>
              <a:ext cx="388681" cy="388681"/>
            </a:xfrm>
            <a:prstGeom prst="ellipse">
              <a:avLst/>
            </a:prstGeom>
            <a:solidFill>
              <a:srgbClr val="FBFBFB"/>
            </a:solidFill>
            <a:ln w="1016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965DC67B-E30E-4D9C-B725-FA98C9C44DCF}"/>
                </a:ext>
              </a:extLst>
            </p:cNvPr>
            <p:cNvSpPr/>
            <p:nvPr/>
          </p:nvSpPr>
          <p:spPr>
            <a:xfrm>
              <a:off x="1512325" y="4358549"/>
              <a:ext cx="388681" cy="388681"/>
            </a:xfrm>
            <a:prstGeom prst="ellipse">
              <a:avLst/>
            </a:prstGeom>
            <a:solidFill>
              <a:srgbClr val="FBFBFB"/>
            </a:solidFill>
            <a:ln w="1016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423EB8C-61EE-475C-BB48-B600CD709F93}"/>
                </a:ext>
              </a:extLst>
            </p:cNvPr>
            <p:cNvSpPr/>
            <p:nvPr/>
          </p:nvSpPr>
          <p:spPr>
            <a:xfrm>
              <a:off x="1504491" y="5394859"/>
              <a:ext cx="388681" cy="388681"/>
            </a:xfrm>
            <a:prstGeom prst="ellipse">
              <a:avLst/>
            </a:prstGeom>
            <a:solidFill>
              <a:srgbClr val="FBFBFB"/>
            </a:solidFill>
            <a:ln w="1016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CB7B713-0F77-44F3-ACB2-1DC6EFF03EF4}"/>
              </a:ext>
            </a:extLst>
          </p:cNvPr>
          <p:cNvGrpSpPr/>
          <p:nvPr/>
        </p:nvGrpSpPr>
        <p:grpSpPr>
          <a:xfrm>
            <a:off x="2235618" y="1929570"/>
            <a:ext cx="9415740" cy="972436"/>
            <a:chOff x="2263852" y="2348538"/>
            <a:chExt cx="9415740" cy="89012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8D5CE2-FF6A-4468-B379-2E837BA9E672}"/>
                </a:ext>
              </a:extLst>
            </p:cNvPr>
            <p:cNvSpPr txBox="1"/>
            <p:nvPr/>
          </p:nvSpPr>
          <p:spPr>
            <a:xfrm>
              <a:off x="2263852" y="2348538"/>
              <a:ext cx="2201244" cy="422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>
                  <a:solidFill>
                    <a:schemeClr val="accent4"/>
                  </a:solidFill>
                </a:rPr>
                <a:t>◈게임 소개 ◈</a:t>
              </a:r>
              <a:endParaRPr lang="ko-KR" altLang="en-US" sz="2400" dirty="0">
                <a:solidFill>
                  <a:schemeClr val="accent4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19B5619-FC60-4F5D-837A-63E1A19D3BAA}"/>
                </a:ext>
              </a:extLst>
            </p:cNvPr>
            <p:cNvSpPr txBox="1"/>
            <p:nvPr/>
          </p:nvSpPr>
          <p:spPr>
            <a:xfrm>
              <a:off x="2314528" y="2703386"/>
              <a:ext cx="9365064" cy="535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>
                  <a:solidFill>
                    <a:schemeClr val="accent4"/>
                  </a:solidFill>
                </a:rPr>
                <a:t>중독성 있는 곡의 리듬을 타면서 </a:t>
              </a:r>
              <a:r>
                <a:rPr lang="en-US" altLang="ko-KR" sz="1600">
                  <a:solidFill>
                    <a:schemeClr val="accent4"/>
                  </a:solidFill>
                </a:rPr>
                <a:t>5-LINE</a:t>
              </a:r>
              <a:r>
                <a:rPr lang="ko-KR" altLang="en-US" sz="1600">
                  <a:solidFill>
                    <a:schemeClr val="accent4"/>
                  </a:solidFill>
                </a:rPr>
                <a:t>으로 떨어지는 </a:t>
              </a:r>
              <a:r>
                <a:rPr lang="en-US" altLang="ko-KR" sz="1600">
                  <a:solidFill>
                    <a:schemeClr val="accent4"/>
                  </a:solidFill>
                </a:rPr>
                <a:t>BEAT</a:t>
              </a:r>
              <a:r>
                <a:rPr lang="ko-KR" altLang="en-US" sz="1600">
                  <a:solidFill>
                    <a:schemeClr val="accent4"/>
                  </a:solidFill>
                </a:rPr>
                <a:t>를 쳐 보자</a:t>
              </a:r>
              <a:r>
                <a:rPr lang="en-US" altLang="ko-KR" sz="1600">
                  <a:solidFill>
                    <a:schemeClr val="accent4"/>
                  </a:solidFill>
                </a:rPr>
                <a:t>!</a:t>
              </a:r>
            </a:p>
            <a:p>
              <a:r>
                <a:rPr lang="ko-KR" altLang="en-US" sz="1600">
                  <a:solidFill>
                    <a:schemeClr val="accent4"/>
                  </a:solidFill>
                </a:rPr>
                <a:t>생각보다 어려운 판정에 </a:t>
              </a:r>
              <a:r>
                <a:rPr lang="en-US" altLang="ko-KR" sz="1600">
                  <a:solidFill>
                    <a:schemeClr val="accent4"/>
                  </a:solidFill>
                </a:rPr>
                <a:t>PERFECT</a:t>
              </a:r>
              <a:r>
                <a:rPr lang="ko-KR" altLang="en-US" sz="1600">
                  <a:solidFill>
                    <a:schemeClr val="accent4"/>
                  </a:solidFill>
                </a:rPr>
                <a:t>로 도달하면서 망가진 리듬감을 회복한 리듬 게이머로 거듭날거야</a:t>
              </a:r>
              <a:r>
                <a:rPr lang="en-US" altLang="ko-KR" sz="1600">
                  <a:solidFill>
                    <a:schemeClr val="accent4"/>
                  </a:solidFill>
                </a:rPr>
                <a:t>!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E61CD3D-53FE-4426-AE15-D3FB24FB1C6A}"/>
              </a:ext>
            </a:extLst>
          </p:cNvPr>
          <p:cNvGrpSpPr/>
          <p:nvPr/>
        </p:nvGrpSpPr>
        <p:grpSpPr>
          <a:xfrm>
            <a:off x="2263852" y="3018114"/>
            <a:ext cx="9251772" cy="1069984"/>
            <a:chOff x="2263852" y="2348538"/>
            <a:chExt cx="9251772" cy="61501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53D7042-ADDA-4A81-B6BF-48FFC37BB438}"/>
                </a:ext>
              </a:extLst>
            </p:cNvPr>
            <p:cNvSpPr txBox="1"/>
            <p:nvPr/>
          </p:nvSpPr>
          <p:spPr>
            <a:xfrm>
              <a:off x="2263852" y="2348538"/>
              <a:ext cx="3755836" cy="265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>
                  <a:solidFill>
                    <a:schemeClr val="accent4"/>
                  </a:solidFill>
                </a:rPr>
                <a:t>▼</a:t>
              </a:r>
              <a:r>
                <a:rPr lang="en-US" altLang="ko-KR" sz="2400">
                  <a:solidFill>
                    <a:schemeClr val="accent4"/>
                  </a:solidFill>
                </a:rPr>
                <a:t>HOW TO GAME PLAY?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CB54FDF-D08F-4846-B8E8-EBB6AAC5B1A8}"/>
                </a:ext>
              </a:extLst>
            </p:cNvPr>
            <p:cNvSpPr txBox="1"/>
            <p:nvPr/>
          </p:nvSpPr>
          <p:spPr>
            <a:xfrm>
              <a:off x="2289252" y="2624994"/>
              <a:ext cx="92263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altLang="ko-KR" sz="1600">
                  <a:solidFill>
                    <a:schemeClr val="accent4"/>
                  </a:solidFill>
                </a:rPr>
                <a:t>INTRO</a:t>
              </a:r>
              <a:r>
                <a:rPr lang="ko-KR" altLang="en-US" sz="1600">
                  <a:solidFill>
                    <a:schemeClr val="accent4"/>
                  </a:solidFill>
                </a:rPr>
                <a:t>화면에서 </a:t>
              </a:r>
              <a:r>
                <a:rPr lang="en-US" altLang="ko-KR" sz="1600">
                  <a:solidFill>
                    <a:schemeClr val="accent4"/>
                  </a:solidFill>
                </a:rPr>
                <a:t>SETTING</a:t>
              </a:r>
              <a:r>
                <a:rPr lang="ko-KR" altLang="en-US" sz="1600">
                  <a:solidFill>
                    <a:schemeClr val="accent4"/>
                  </a:solidFill>
                </a:rPr>
                <a:t>을 완료한 후 </a:t>
              </a:r>
              <a:r>
                <a:rPr lang="en-US" altLang="ko-KR" sz="1600">
                  <a:solidFill>
                    <a:schemeClr val="accent4"/>
                  </a:solidFill>
                </a:rPr>
                <a:t>FREEPLAY</a:t>
              </a:r>
              <a:r>
                <a:rPr lang="ko-KR" altLang="en-US" sz="1600">
                  <a:solidFill>
                    <a:schemeClr val="accent4"/>
                  </a:solidFill>
                </a:rPr>
                <a:t>버튼을 눌러 게임의 메인 화면으로 이동한다</a:t>
              </a:r>
              <a:r>
                <a:rPr lang="en-US" altLang="ko-KR" sz="1600">
                  <a:solidFill>
                    <a:schemeClr val="accent4"/>
                  </a:solidFill>
                </a:rPr>
                <a:t>.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84AAD9B1-5174-43B9-B273-15298DA544C3}"/>
              </a:ext>
            </a:extLst>
          </p:cNvPr>
          <p:cNvSpPr txBox="1"/>
          <p:nvPr/>
        </p:nvSpPr>
        <p:spPr>
          <a:xfrm>
            <a:off x="2286294" y="4507665"/>
            <a:ext cx="93394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chemeClr val="accent4"/>
                </a:solidFill>
              </a:rPr>
              <a:t>2.   </a:t>
            </a:r>
            <a:r>
              <a:rPr lang="ko-KR" altLang="en-US" sz="1600">
                <a:solidFill>
                  <a:schemeClr val="accent4"/>
                </a:solidFill>
              </a:rPr>
              <a:t>메인 화면에서 양 옆의 화살표를 눌러 원하는 곡을 선택한다</a:t>
            </a:r>
            <a:r>
              <a:rPr lang="en-US" altLang="ko-KR" sz="1600">
                <a:solidFill>
                  <a:schemeClr val="accent4"/>
                </a:solidFill>
              </a:rPr>
              <a:t>. </a:t>
            </a:r>
            <a:r>
              <a:rPr lang="ko-KR" altLang="en-US" sz="1600">
                <a:solidFill>
                  <a:schemeClr val="accent4"/>
                </a:solidFill>
              </a:rPr>
              <a:t>곡의 앨범 이미지들 중 활성화 표시가</a:t>
            </a:r>
            <a:endParaRPr lang="en-US" altLang="ko-KR" sz="1600">
              <a:solidFill>
                <a:schemeClr val="accent4"/>
              </a:solidFill>
            </a:endParaRPr>
          </a:p>
          <a:p>
            <a:r>
              <a:rPr lang="ko-KR" altLang="en-US" sz="1600">
                <a:solidFill>
                  <a:schemeClr val="accent4"/>
                </a:solidFill>
              </a:rPr>
              <a:t>있으면 해당 앨범의 곡이 선택된 것이다</a:t>
            </a:r>
            <a:r>
              <a:rPr lang="en-US" altLang="ko-KR" sz="1600">
                <a:solidFill>
                  <a:schemeClr val="accent4"/>
                </a:solidFill>
              </a:rPr>
              <a:t>.</a:t>
            </a:r>
            <a:endParaRPr lang="ko-KR" altLang="en-US" sz="1600" dirty="0">
              <a:solidFill>
                <a:schemeClr val="accent4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80DD5F-BA68-4122-8A61-27F20B5F2305}"/>
              </a:ext>
            </a:extLst>
          </p:cNvPr>
          <p:cNvSpPr txBox="1"/>
          <p:nvPr/>
        </p:nvSpPr>
        <p:spPr>
          <a:xfrm>
            <a:off x="2280300" y="5546430"/>
            <a:ext cx="74449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chemeClr val="accent4"/>
                </a:solidFill>
              </a:rPr>
              <a:t>3.   </a:t>
            </a:r>
            <a:r>
              <a:rPr lang="ko-KR" altLang="en-US" sz="1600">
                <a:solidFill>
                  <a:schemeClr val="accent4"/>
                </a:solidFill>
              </a:rPr>
              <a:t>원하는 곡을 선택했다면 메인 화면 하단의 </a:t>
            </a:r>
            <a:r>
              <a:rPr lang="en-US" altLang="ko-KR" sz="1600">
                <a:solidFill>
                  <a:schemeClr val="accent4"/>
                </a:solidFill>
              </a:rPr>
              <a:t>START</a:t>
            </a:r>
            <a:r>
              <a:rPr lang="ko-KR" altLang="en-US" sz="1600">
                <a:solidFill>
                  <a:schemeClr val="accent4"/>
                </a:solidFill>
              </a:rPr>
              <a:t>버튼을 눌러 게임을 즐긴다</a:t>
            </a:r>
            <a:r>
              <a:rPr lang="en-US" altLang="ko-KR" sz="1600">
                <a:solidFill>
                  <a:schemeClr val="accent4"/>
                </a:solidFill>
              </a:rPr>
              <a:t>!</a:t>
            </a:r>
            <a:endParaRPr lang="ko-KR" altLang="en-US" sz="1600" dirty="0">
              <a:solidFill>
                <a:schemeClr val="accent4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589250-5123-4AF8-97A5-A06BDC4D9579}"/>
              </a:ext>
            </a:extLst>
          </p:cNvPr>
          <p:cNvSpPr/>
          <p:nvPr/>
        </p:nvSpPr>
        <p:spPr>
          <a:xfrm>
            <a:off x="9809018" y="6526971"/>
            <a:ext cx="2382980" cy="331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06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23EBB59-CDE3-47E3-9F2D-FC2F65937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300"/>
            <a:ext cx="12192000" cy="52197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600" y="158119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pc="-150">
                <a:solidFill>
                  <a:schemeClr val="accent4"/>
                </a:solidFill>
              </a:rPr>
              <a:t>CHAPTER</a:t>
            </a:r>
            <a:r>
              <a:rPr lang="ko-KR" altLang="en-US" sz="1400" spc="-150">
                <a:solidFill>
                  <a:schemeClr val="accent4"/>
                </a:solidFill>
              </a:rPr>
              <a:t>  </a:t>
            </a:r>
            <a:r>
              <a:rPr lang="en-US" altLang="ko-KR" sz="1400" spc="-150">
                <a:solidFill>
                  <a:schemeClr val="accent4"/>
                </a:solidFill>
              </a:rPr>
              <a:t>1</a:t>
            </a:r>
            <a:endParaRPr lang="ko-KR" altLang="en-US" sz="1400" spc="-150" dirty="0">
              <a:solidFill>
                <a:schemeClr val="accent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81886" y="652394"/>
            <a:ext cx="7537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3200" b="1">
                <a:solidFill>
                  <a:schemeClr val="accent4"/>
                </a:solidFill>
              </a:rPr>
              <a:t>1.2</a:t>
            </a:r>
            <a:endParaRPr lang="ko-KR" altLang="en-US" sz="3200" b="1" dirty="0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63852" y="645071"/>
            <a:ext cx="26571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GAME SETTING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9252" y="1180991"/>
            <a:ext cx="2728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chemeClr val="accent4"/>
                </a:solidFill>
              </a:rPr>
              <a:t>IN INTRO AND MAIN WINDOW</a:t>
            </a:r>
            <a:endParaRPr lang="ko-KR" altLang="en-US" sz="1400" dirty="0">
              <a:solidFill>
                <a:schemeClr val="accent4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D546C3-7A02-440B-9311-81880062A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8860"/>
            <a:ext cx="6060060" cy="345388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73C1CF9-FEA8-4AC4-8D5B-971E118B652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413" t="42295" r="42414" b="45558"/>
          <a:stretch/>
        </p:blipFill>
        <p:spPr>
          <a:xfrm>
            <a:off x="0" y="5745422"/>
            <a:ext cx="2470790" cy="111257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97B6A34-BB52-4506-BAFD-C1A671534B0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2502" t="42295" r="42414" b="45558"/>
          <a:stretch/>
        </p:blipFill>
        <p:spPr>
          <a:xfrm>
            <a:off x="3582159" y="5748855"/>
            <a:ext cx="2469600" cy="111858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12B078D-1E2E-4B1C-A2D5-C395F414DC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1759" y="1628861"/>
            <a:ext cx="6140240" cy="3453885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0570004-D24D-4116-9884-82BD5DA0F32B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1235395" y="3602182"/>
            <a:ext cx="3077987" cy="214324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522B69D-8231-4ED1-8F37-C357CA2574EC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4816959" y="3971636"/>
            <a:ext cx="0" cy="1777219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2BC5F9B-E14C-419A-9FBC-528F290DDDD5}"/>
              </a:ext>
            </a:extLst>
          </p:cNvPr>
          <p:cNvSpPr txBox="1"/>
          <p:nvPr/>
        </p:nvSpPr>
        <p:spPr>
          <a:xfrm>
            <a:off x="11621" y="5077373"/>
            <a:ext cx="1829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BUTTON PRESSED</a:t>
            </a:r>
            <a:endParaRPr lang="ko-KR" altLang="en-US" sz="14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E38B09-4381-4E48-9F49-D9D926E9805C}"/>
              </a:ext>
            </a:extLst>
          </p:cNvPr>
          <p:cNvSpPr txBox="1"/>
          <p:nvPr/>
        </p:nvSpPr>
        <p:spPr>
          <a:xfrm>
            <a:off x="2987676" y="5077373"/>
            <a:ext cx="1829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BUTTON PRESSED</a:t>
            </a:r>
            <a:endParaRPr lang="ko-KR" altLang="en-US" sz="14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83711C-2C0B-4AD2-9EF1-EE9F7A6A0C45}"/>
              </a:ext>
            </a:extLst>
          </p:cNvPr>
          <p:cNvSpPr txBox="1"/>
          <p:nvPr/>
        </p:nvSpPr>
        <p:spPr>
          <a:xfrm>
            <a:off x="9868571" y="5082744"/>
            <a:ext cx="1829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BUTTON PRESSED</a:t>
            </a:r>
            <a:endParaRPr lang="ko-KR" altLang="en-US" sz="14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E9112-E32B-409A-8B47-F6747789E336}"/>
              </a:ext>
            </a:extLst>
          </p:cNvPr>
          <p:cNvSpPr txBox="1"/>
          <p:nvPr/>
        </p:nvSpPr>
        <p:spPr>
          <a:xfrm>
            <a:off x="6644703" y="5082743"/>
            <a:ext cx="1829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BUTTON PRESSED</a:t>
            </a:r>
            <a:endParaRPr lang="ko-KR" altLang="en-US" sz="14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058F62A-7B02-4B88-A8F3-A3710BF4B109}"/>
              </a:ext>
            </a:extLst>
          </p:cNvPr>
          <p:cNvCxnSpPr/>
          <p:nvPr/>
        </p:nvCxnSpPr>
        <p:spPr>
          <a:xfrm>
            <a:off x="6253018" y="3537527"/>
            <a:ext cx="600364" cy="276418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C6E6756-FD04-4545-867A-D8567D9E540F}"/>
              </a:ext>
            </a:extLst>
          </p:cNvPr>
          <p:cNvCxnSpPr/>
          <p:nvPr/>
        </p:nvCxnSpPr>
        <p:spPr>
          <a:xfrm flipH="1">
            <a:off x="11388436" y="3537527"/>
            <a:ext cx="618837" cy="277062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8FCC950-EB21-4B1E-AD8A-5873ACAE1E8A}"/>
              </a:ext>
            </a:extLst>
          </p:cNvPr>
          <p:cNvCxnSpPr>
            <a:cxnSpLocks/>
          </p:cNvCxnSpPr>
          <p:nvPr/>
        </p:nvCxnSpPr>
        <p:spPr>
          <a:xfrm>
            <a:off x="9121879" y="4934967"/>
            <a:ext cx="0" cy="81045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6F15A28-247E-4F1D-B4D5-F4530FA397D4}"/>
              </a:ext>
            </a:extLst>
          </p:cNvPr>
          <p:cNvSpPr txBox="1"/>
          <p:nvPr/>
        </p:nvSpPr>
        <p:spPr>
          <a:xfrm>
            <a:off x="6051759" y="6308147"/>
            <a:ext cx="24513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B0F0"/>
                </a:solidFill>
              </a:rPr>
              <a:t>SELECT PREVIOUS SONG</a:t>
            </a:r>
            <a:endParaRPr lang="ko-KR" altLang="en-US" sz="1400" b="1">
              <a:solidFill>
                <a:srgbClr val="00B0F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CCB450-01E7-4B6A-B975-C333CBF2DB0A}"/>
              </a:ext>
            </a:extLst>
          </p:cNvPr>
          <p:cNvSpPr txBox="1"/>
          <p:nvPr/>
        </p:nvSpPr>
        <p:spPr>
          <a:xfrm>
            <a:off x="8104185" y="5742244"/>
            <a:ext cx="2150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B0F0"/>
                </a:solidFill>
              </a:rPr>
              <a:t>GAME START BUTTON</a:t>
            </a:r>
            <a:endParaRPr lang="ko-KR" altLang="en-US" sz="1400" b="1">
              <a:solidFill>
                <a:srgbClr val="00B0F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8D0724-8FD1-45FD-9F8F-7AFA15F85385}"/>
              </a:ext>
            </a:extLst>
          </p:cNvPr>
          <p:cNvSpPr txBox="1"/>
          <p:nvPr/>
        </p:nvSpPr>
        <p:spPr>
          <a:xfrm>
            <a:off x="10191130" y="6300875"/>
            <a:ext cx="2000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B0F0"/>
                </a:solidFill>
              </a:rPr>
              <a:t>SELECT NEXT SONG</a:t>
            </a:r>
            <a:endParaRPr lang="ko-KR" altLang="en-US" sz="1400" b="1">
              <a:solidFill>
                <a:srgbClr val="00B0F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041AB37-8F01-413D-9376-35C723EFCD34}"/>
              </a:ext>
            </a:extLst>
          </p:cNvPr>
          <p:cNvSpPr/>
          <p:nvPr/>
        </p:nvSpPr>
        <p:spPr>
          <a:xfrm>
            <a:off x="9868571" y="6549081"/>
            <a:ext cx="2199861" cy="1604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5B73C13-0C16-4B9F-B921-7EB838FCF352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059827" y="2247365"/>
            <a:ext cx="1706107" cy="0"/>
          </a:xfrm>
          <a:prstGeom prst="straightConnector1">
            <a:avLst/>
          </a:prstGeom>
          <a:ln w="50800" cap="flat" cmpd="sng" algn="ctr">
            <a:solidFill>
              <a:srgbClr val="FF0000"/>
            </a:solidFill>
            <a:prstDash val="dash"/>
            <a:round/>
            <a:headEnd type="stealth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96CE059-3CE4-4EC9-A70A-E6F81AD1813A}"/>
              </a:ext>
            </a:extLst>
          </p:cNvPr>
          <p:cNvSpPr txBox="1"/>
          <p:nvPr/>
        </p:nvSpPr>
        <p:spPr>
          <a:xfrm>
            <a:off x="8765934" y="2093476"/>
            <a:ext cx="1721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B0F0"/>
                </a:solidFill>
              </a:rPr>
              <a:t>SELECTED</a:t>
            </a:r>
            <a:r>
              <a:rPr lang="ko-KR" altLang="en-US" sz="1400" b="1">
                <a:solidFill>
                  <a:srgbClr val="00B0F0"/>
                </a:solidFill>
              </a:rPr>
              <a:t> </a:t>
            </a:r>
            <a:r>
              <a:rPr lang="en-US" altLang="ko-KR" sz="1400" b="1">
                <a:solidFill>
                  <a:srgbClr val="00B0F0"/>
                </a:solidFill>
              </a:rPr>
              <a:t>SONG</a:t>
            </a:r>
            <a:endParaRPr lang="ko-KR" altLang="en-US" sz="1400" b="1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494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3464" y="3541759"/>
            <a:ext cx="33046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spc="-150">
                <a:solidFill>
                  <a:schemeClr val="bg1"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rPr>
              <a:t>PLAY GAME</a:t>
            </a:r>
            <a:endParaRPr lang="ko-KR" altLang="en-US" sz="4400" b="1" spc="-150" dirty="0">
              <a:solidFill>
                <a:schemeClr val="bg1">
                  <a:alpha val="70000"/>
                </a:schemeClr>
              </a:solidFill>
              <a:latin typeface="+mj-lt"/>
              <a:ea typeface="THE명품고딕L" panose="0202060302010102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7769" y="2211262"/>
            <a:ext cx="31037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b="1" spc="-150" dirty="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rPr>
              <a:t>Part 2.</a:t>
            </a:r>
            <a:endParaRPr lang="ko-KR" altLang="en-US" sz="8000" b="1" spc="-150" dirty="0">
              <a:solidFill>
                <a:schemeClr val="accent2">
                  <a:lumMod val="60000"/>
                  <a:lumOff val="40000"/>
                  <a:alpha val="70000"/>
                </a:schemeClr>
              </a:solidFill>
              <a:latin typeface="+mj-lt"/>
              <a:ea typeface="THE명품고딕L" panose="0202060302010102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35000" y="3429236"/>
            <a:ext cx="5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7C932374-3C9B-4C56-9571-F8234D86D0A4}"/>
              </a:ext>
            </a:extLst>
          </p:cNvPr>
          <p:cNvSpPr/>
          <p:nvPr/>
        </p:nvSpPr>
        <p:spPr>
          <a:xfrm>
            <a:off x="9844216" y="6507892"/>
            <a:ext cx="2207741" cy="1977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212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6B2C0A03-3E62-415B-A762-2BF9B1496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300"/>
            <a:ext cx="12192000" cy="52197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600" y="158119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pc="-150">
                <a:solidFill>
                  <a:schemeClr val="accent4"/>
                </a:solidFill>
              </a:rPr>
              <a:t>CHAPTER</a:t>
            </a:r>
            <a:r>
              <a:rPr lang="ko-KR" altLang="en-US" sz="1400" spc="-150">
                <a:solidFill>
                  <a:schemeClr val="accent4"/>
                </a:solidFill>
              </a:rPr>
              <a:t>  </a:t>
            </a:r>
            <a:r>
              <a:rPr lang="en-US" altLang="ko-KR" sz="1400" spc="-150">
                <a:solidFill>
                  <a:schemeClr val="accent4"/>
                </a:solidFill>
              </a:rPr>
              <a:t>2</a:t>
            </a:r>
            <a:endParaRPr lang="ko-KR" altLang="en-US" sz="1400" spc="-150" dirty="0">
              <a:solidFill>
                <a:schemeClr val="accent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9976" y="652394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accent4"/>
                </a:solidFill>
              </a:rPr>
              <a:t>2.1</a:t>
            </a:r>
            <a:endParaRPr lang="ko-KR" altLang="en-US" sz="3200" b="1" dirty="0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63852" y="645071"/>
            <a:ext cx="20743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PLAY GAME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9252" y="1180991"/>
            <a:ext cx="25533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pc="-150">
                <a:solidFill>
                  <a:schemeClr val="accent4"/>
                </a:solidFill>
              </a:rPr>
              <a:t>SCREENSHOT IN PLAYING GAME</a:t>
            </a:r>
            <a:endParaRPr lang="ko-KR" altLang="en-US" sz="1400" spc="-150" dirty="0">
              <a:solidFill>
                <a:schemeClr val="accent4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4FECD3E-D757-411E-98BE-3C36BBAD9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957" y="1638300"/>
            <a:ext cx="9284043" cy="522227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9D60736-C32D-4A34-97F3-502DA1EA32AE}"/>
              </a:ext>
            </a:extLst>
          </p:cNvPr>
          <p:cNvSpPr txBox="1"/>
          <p:nvPr/>
        </p:nvSpPr>
        <p:spPr>
          <a:xfrm>
            <a:off x="0" y="2371730"/>
            <a:ext cx="1958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B0F0"/>
                </a:solidFill>
              </a:rPr>
              <a:t>PAUSE BUTTON</a:t>
            </a:r>
            <a:endParaRPr lang="ko-KR" altLang="en-US">
              <a:solidFill>
                <a:srgbClr val="00B0F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746FC3-149E-4668-8884-AED0924AD98C}"/>
              </a:ext>
            </a:extLst>
          </p:cNvPr>
          <p:cNvSpPr txBox="1"/>
          <p:nvPr/>
        </p:nvSpPr>
        <p:spPr>
          <a:xfrm>
            <a:off x="0" y="16383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B0F0"/>
                </a:solidFill>
              </a:rPr>
              <a:t>MENUBAR</a:t>
            </a:r>
            <a:endParaRPr lang="ko-KR" altLang="en-US">
              <a:solidFill>
                <a:srgbClr val="00B0F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BCF40B-DE45-48B4-A4B4-0FC983520A41}"/>
              </a:ext>
            </a:extLst>
          </p:cNvPr>
          <p:cNvSpPr txBox="1"/>
          <p:nvPr/>
        </p:nvSpPr>
        <p:spPr>
          <a:xfrm>
            <a:off x="2526" y="6488668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B0F0"/>
                </a:solidFill>
              </a:rPr>
              <a:t>TIMELINE</a:t>
            </a:r>
            <a:endParaRPr lang="ko-KR" altLang="en-US">
              <a:solidFill>
                <a:srgbClr val="00B0F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2316DE-D1FC-4A60-A1A0-A329D057A3B7}"/>
              </a:ext>
            </a:extLst>
          </p:cNvPr>
          <p:cNvSpPr txBox="1"/>
          <p:nvPr/>
        </p:nvSpPr>
        <p:spPr>
          <a:xfrm>
            <a:off x="0" y="2988891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B0F0"/>
                </a:solidFill>
              </a:rPr>
              <a:t>5 NOTE LINE</a:t>
            </a:r>
            <a:endParaRPr lang="ko-KR" altLang="en-US">
              <a:solidFill>
                <a:srgbClr val="00B0F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21BDB3-73C5-4036-A2F2-FE79B2FEF8C9}"/>
              </a:ext>
            </a:extLst>
          </p:cNvPr>
          <p:cNvSpPr txBox="1"/>
          <p:nvPr/>
        </p:nvSpPr>
        <p:spPr>
          <a:xfrm>
            <a:off x="0" y="4159344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B0F0"/>
                </a:solidFill>
              </a:rPr>
              <a:t>JUDGE</a:t>
            </a:r>
            <a:endParaRPr lang="ko-KR" altLang="en-US">
              <a:solidFill>
                <a:srgbClr val="00B0F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63295-D6F9-4817-81B8-A6697D70A319}"/>
              </a:ext>
            </a:extLst>
          </p:cNvPr>
          <p:cNvSpPr txBox="1"/>
          <p:nvPr/>
        </p:nvSpPr>
        <p:spPr>
          <a:xfrm>
            <a:off x="0" y="5844450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B0F0"/>
                </a:solidFill>
              </a:rPr>
              <a:t>SCORE</a:t>
            </a:r>
            <a:endParaRPr lang="ko-KR" altLang="en-US">
              <a:solidFill>
                <a:srgbClr val="00B0F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394051-DF2C-4072-A3AE-011964403019}"/>
              </a:ext>
            </a:extLst>
          </p:cNvPr>
          <p:cNvSpPr txBox="1"/>
          <p:nvPr/>
        </p:nvSpPr>
        <p:spPr>
          <a:xfrm>
            <a:off x="0" y="5052604"/>
            <a:ext cx="180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B0F0"/>
                </a:solidFill>
              </a:rPr>
              <a:t>PLAYER NAME</a:t>
            </a:r>
            <a:endParaRPr lang="ko-KR" altLang="en-US">
              <a:solidFill>
                <a:srgbClr val="00B0F0"/>
              </a:solidFill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91F3626-4B1B-4E17-A3A4-F0AAE14CFF47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1338828" y="1717195"/>
            <a:ext cx="1569129" cy="10577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613743E1-D288-4051-A1A9-B6EF359426FE}"/>
              </a:ext>
            </a:extLst>
          </p:cNvPr>
          <p:cNvCxnSpPr>
            <a:stCxn id="39" idx="3"/>
          </p:cNvCxnSpPr>
          <p:nvPr/>
        </p:nvCxnSpPr>
        <p:spPr>
          <a:xfrm flipV="1">
            <a:off x="1958741" y="2007632"/>
            <a:ext cx="9799150" cy="54876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FA035B5-CCDA-468A-91F2-E19EE1550405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1595309" y="3173557"/>
            <a:ext cx="3078291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E3F14DDF-5CC6-4191-82BC-216909994003}"/>
              </a:ext>
            </a:extLst>
          </p:cNvPr>
          <p:cNvCxnSpPr>
            <a:cxnSpLocks/>
          </p:cNvCxnSpPr>
          <p:nvPr/>
        </p:nvCxnSpPr>
        <p:spPr>
          <a:xfrm>
            <a:off x="957695" y="4344010"/>
            <a:ext cx="5627833" cy="30359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7CFCC0B-791F-4292-9314-5502AA128203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809021" y="5237270"/>
            <a:ext cx="8350979" cy="1391243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446B67BD-D4AA-43F7-A113-4073E5D11E06}"/>
              </a:ext>
            </a:extLst>
          </p:cNvPr>
          <p:cNvCxnSpPr>
            <a:stCxn id="44" idx="3"/>
          </p:cNvCxnSpPr>
          <p:nvPr/>
        </p:nvCxnSpPr>
        <p:spPr>
          <a:xfrm>
            <a:off x="1005403" y="6029116"/>
            <a:ext cx="6309797" cy="59939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D36567C5-1F64-403A-91E7-8EB2D2F495A4}"/>
              </a:ext>
            </a:extLst>
          </p:cNvPr>
          <p:cNvCxnSpPr>
            <a:stCxn id="41" idx="3"/>
          </p:cNvCxnSpPr>
          <p:nvPr/>
        </p:nvCxnSpPr>
        <p:spPr>
          <a:xfrm>
            <a:off x="1251586" y="6673334"/>
            <a:ext cx="1656371" cy="13984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35C059F-CA72-407A-8767-D82D303E9078}"/>
              </a:ext>
            </a:extLst>
          </p:cNvPr>
          <p:cNvSpPr txBox="1"/>
          <p:nvPr/>
        </p:nvSpPr>
        <p:spPr>
          <a:xfrm>
            <a:off x="0" y="3528273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B0F0"/>
                </a:solidFill>
              </a:rPr>
              <a:t>DROPPING NOTE</a:t>
            </a:r>
            <a:endParaRPr lang="ko-KR" altLang="en-US">
              <a:solidFill>
                <a:srgbClr val="00B0F0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F1BB9C4C-7FCA-4A7A-A473-4F7AB2C818DA}"/>
              </a:ext>
            </a:extLst>
          </p:cNvPr>
          <p:cNvCxnSpPr>
            <a:stCxn id="65" idx="3"/>
          </p:cNvCxnSpPr>
          <p:nvPr/>
        </p:nvCxnSpPr>
        <p:spPr>
          <a:xfrm>
            <a:off x="2121093" y="3712939"/>
            <a:ext cx="4737223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06417F4-40BE-4EBB-8F7B-7FBAB3E6440A}"/>
              </a:ext>
            </a:extLst>
          </p:cNvPr>
          <p:cNvSpPr txBox="1"/>
          <p:nvPr/>
        </p:nvSpPr>
        <p:spPr>
          <a:xfrm>
            <a:off x="0" y="4545829"/>
            <a:ext cx="1616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B0F0"/>
                </a:solidFill>
              </a:rPr>
              <a:t>MUSIC TITLE</a:t>
            </a:r>
            <a:endParaRPr lang="ko-KR" altLang="en-US">
              <a:solidFill>
                <a:srgbClr val="00B0F0"/>
              </a:solidFill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BD851A8E-77A1-440E-9F84-AE800844FAB8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1616789" y="4730495"/>
            <a:ext cx="1517665" cy="182296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52E671BE-5637-465B-90E7-02CF1FDCDD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927" y="2399749"/>
            <a:ext cx="1404575" cy="92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2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3464" y="3541759"/>
            <a:ext cx="71994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spc="-150">
                <a:solidFill>
                  <a:schemeClr val="bg1"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rPr>
              <a:t>GAME RUNNING PROCESS</a:t>
            </a:r>
            <a:endParaRPr lang="ko-KR" altLang="en-US" sz="4400" b="1" spc="-150" dirty="0">
              <a:solidFill>
                <a:schemeClr val="bg1">
                  <a:alpha val="70000"/>
                </a:schemeClr>
              </a:solidFill>
              <a:latin typeface="+mj-lt"/>
              <a:ea typeface="THE명품고딕L" panose="0202060302010102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7769" y="2211262"/>
            <a:ext cx="31037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b="1" spc="-150" dirty="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rPr>
              <a:t>Part 3.</a:t>
            </a:r>
            <a:endParaRPr lang="ko-KR" altLang="en-US" sz="8000" b="1" spc="-150" dirty="0">
              <a:solidFill>
                <a:schemeClr val="accent2">
                  <a:lumMod val="60000"/>
                  <a:lumOff val="40000"/>
                  <a:alpha val="70000"/>
                </a:schemeClr>
              </a:solidFill>
              <a:latin typeface="+mj-lt"/>
              <a:ea typeface="THE명품고딕L" panose="0202060302010102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35000" y="3429236"/>
            <a:ext cx="5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7430FB-1CDB-4163-B3F2-6BC9BD54EFC2}"/>
              </a:ext>
            </a:extLst>
          </p:cNvPr>
          <p:cNvSpPr/>
          <p:nvPr/>
        </p:nvSpPr>
        <p:spPr>
          <a:xfrm>
            <a:off x="9868930" y="6516130"/>
            <a:ext cx="2183027" cy="172994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524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40AE31DE-6E05-47F2-B2FC-5D20C90BB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300"/>
            <a:ext cx="12192000" cy="52197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600" y="158119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pc="-150">
                <a:solidFill>
                  <a:schemeClr val="accent4"/>
                </a:solidFill>
              </a:rPr>
              <a:t>CHAPTER</a:t>
            </a:r>
            <a:r>
              <a:rPr lang="ko-KR" altLang="en-US" sz="1400" spc="-150">
                <a:solidFill>
                  <a:schemeClr val="accent4"/>
                </a:solidFill>
              </a:rPr>
              <a:t>  </a:t>
            </a:r>
            <a:r>
              <a:rPr lang="en-US" altLang="ko-KR" sz="1400" spc="-150">
                <a:solidFill>
                  <a:schemeClr val="accent4"/>
                </a:solidFill>
              </a:rPr>
              <a:t>3</a:t>
            </a:r>
            <a:endParaRPr lang="ko-KR" altLang="en-US" sz="1400" spc="-150" dirty="0">
              <a:solidFill>
                <a:schemeClr val="accent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9976" y="652394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accent4"/>
                </a:solidFill>
              </a:rPr>
              <a:t>3.1</a:t>
            </a:r>
            <a:endParaRPr lang="ko-KR" altLang="en-US" sz="3200" b="1" dirty="0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63852" y="645071"/>
            <a:ext cx="4513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GAME RUNNING PROCESS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9252" y="1180991"/>
            <a:ext cx="2394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pc="-150">
                <a:solidFill>
                  <a:schemeClr val="accent4"/>
                </a:solidFill>
              </a:rPr>
              <a:t>OVERALL</a:t>
            </a:r>
            <a:r>
              <a:rPr lang="ko-KR" altLang="en-US" sz="1400" spc="-150">
                <a:solidFill>
                  <a:schemeClr val="accent4"/>
                </a:solidFill>
              </a:rPr>
              <a:t> </a:t>
            </a:r>
            <a:r>
              <a:rPr lang="en-US" altLang="ko-KR" sz="1400" spc="-150">
                <a:solidFill>
                  <a:schemeClr val="accent4"/>
                </a:solidFill>
              </a:rPr>
              <a:t>FLOW</a:t>
            </a:r>
            <a:r>
              <a:rPr lang="ko-KR" altLang="en-US" sz="1400" spc="-150">
                <a:solidFill>
                  <a:schemeClr val="accent4"/>
                </a:solidFill>
              </a:rPr>
              <a:t> </a:t>
            </a:r>
            <a:r>
              <a:rPr lang="en-US" altLang="ko-KR" sz="1400" spc="-150">
                <a:solidFill>
                  <a:schemeClr val="accent4"/>
                </a:solidFill>
              </a:rPr>
              <a:t>OF</a:t>
            </a:r>
            <a:r>
              <a:rPr lang="ko-KR" altLang="en-US" sz="1400" spc="-150">
                <a:solidFill>
                  <a:schemeClr val="accent4"/>
                </a:solidFill>
              </a:rPr>
              <a:t> </a:t>
            </a:r>
            <a:r>
              <a:rPr lang="en-US" altLang="ko-KR" sz="1400" spc="-150">
                <a:solidFill>
                  <a:schemeClr val="accent4"/>
                </a:solidFill>
              </a:rPr>
              <a:t>THE</a:t>
            </a:r>
            <a:r>
              <a:rPr lang="ko-KR" altLang="en-US" sz="1400" spc="-150">
                <a:solidFill>
                  <a:schemeClr val="accent4"/>
                </a:solidFill>
              </a:rPr>
              <a:t> </a:t>
            </a:r>
            <a:r>
              <a:rPr lang="en-US" altLang="ko-KR" sz="1400" spc="-150">
                <a:solidFill>
                  <a:schemeClr val="accent4"/>
                </a:solidFill>
              </a:rPr>
              <a:t>GAME</a:t>
            </a:r>
            <a:endParaRPr lang="ko-KR" altLang="en-US" sz="1400" spc="-150" dirty="0">
              <a:solidFill>
                <a:schemeClr val="accent4"/>
              </a:solidFill>
            </a:endParaRPr>
          </a:p>
        </p:txBody>
      </p:sp>
      <p:graphicFrame>
        <p:nvGraphicFramePr>
          <p:cNvPr id="8" name="다이어그램 7">
            <a:extLst>
              <a:ext uri="{FF2B5EF4-FFF2-40B4-BE49-F238E27FC236}">
                <a16:creationId xmlns:a16="http://schemas.microsoft.com/office/drawing/2014/main" id="{53500092-FDEA-43C5-BF22-2461ABE513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9809657"/>
              </p:ext>
            </p:extLst>
          </p:nvPr>
        </p:nvGraphicFramePr>
        <p:xfrm>
          <a:off x="1533861" y="1628243"/>
          <a:ext cx="7965990" cy="5229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A40A9B80-24A2-4794-9633-E6D616F21B3B}"/>
              </a:ext>
            </a:extLst>
          </p:cNvPr>
          <p:cNvGrpSpPr/>
          <p:nvPr/>
        </p:nvGrpSpPr>
        <p:grpSpPr>
          <a:xfrm>
            <a:off x="8834150" y="3526510"/>
            <a:ext cx="1440000" cy="1443279"/>
            <a:chOff x="7513721" y="2402157"/>
            <a:chExt cx="3053140" cy="3060093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C84AB36-6E6F-4608-B379-B0EA5BB0ADA1}"/>
                </a:ext>
              </a:extLst>
            </p:cNvPr>
            <p:cNvSpPr/>
            <p:nvPr/>
          </p:nvSpPr>
          <p:spPr>
            <a:xfrm>
              <a:off x="7513721" y="2402157"/>
              <a:ext cx="3053140" cy="3053141"/>
            </a:xfrm>
            <a:prstGeom prst="ellipse">
              <a:avLst/>
            </a:prstGeom>
            <a:solidFill>
              <a:schemeClr val="accent4">
                <a:lumMod val="40000"/>
                <a:lumOff val="6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BD6F9BE-0E72-4560-A3C6-BE18868305DC}"/>
                </a:ext>
              </a:extLst>
            </p:cNvPr>
            <p:cNvSpPr txBox="1"/>
            <p:nvPr/>
          </p:nvSpPr>
          <p:spPr>
            <a:xfrm>
              <a:off x="7958099" y="4483411"/>
              <a:ext cx="2131692" cy="9788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>
                  <a:solidFill>
                    <a:schemeClr val="accent4"/>
                  </a:solidFill>
                </a:rPr>
                <a:t>Beatmap.txt</a:t>
              </a:r>
            </a:p>
            <a:p>
              <a:pPr algn="ctr"/>
              <a:r>
                <a:rPr lang="en-US" altLang="ko-KR" sz="1200">
                  <a:solidFill>
                    <a:schemeClr val="accent4"/>
                  </a:solidFill>
                </a:rPr>
                <a:t>READING</a:t>
              </a:r>
              <a:endParaRPr lang="ko-KR" altLang="en-US" sz="1200" dirty="0">
                <a:solidFill>
                  <a:schemeClr val="accent4"/>
                </a:solidFill>
              </a:endParaRP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B23E6CF6-5BF2-4F88-962F-574CB12421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58" b="15958"/>
            <a:stretch/>
          </p:blipFill>
          <p:spPr>
            <a:xfrm>
              <a:off x="8292284" y="2606610"/>
              <a:ext cx="1950230" cy="195023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F6212428-EDED-4D42-8659-9B9B94AB10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7485" t="79533" r="1" b="-7485"/>
            <a:stretch/>
          </p:blipFill>
          <p:spPr>
            <a:xfrm>
              <a:off x="8110875" y="4336563"/>
              <a:ext cx="1605093" cy="352717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6AED774E-591C-4D3E-B661-A9B5E21C857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40139" t="9099" r="50608" b="16156"/>
          <a:stretch/>
        </p:blipFill>
        <p:spPr>
          <a:xfrm>
            <a:off x="11059844" y="1638301"/>
            <a:ext cx="1128132" cy="5219700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3DFA00D-5990-4721-AB4B-3B1D7B89FA34}"/>
              </a:ext>
            </a:extLst>
          </p:cNvPr>
          <p:cNvCxnSpPr>
            <a:cxnSpLocks/>
            <a:stCxn id="14" idx="1"/>
            <a:endCxn id="18" idx="6"/>
          </p:cNvCxnSpPr>
          <p:nvPr/>
        </p:nvCxnSpPr>
        <p:spPr>
          <a:xfrm flipH="1" flipV="1">
            <a:off x="10274150" y="4246510"/>
            <a:ext cx="785694" cy="1641"/>
          </a:xfrm>
          <a:prstGeom prst="straightConnector1">
            <a:avLst/>
          </a:prstGeom>
          <a:ln w="177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A525262-F9D2-4ABA-AEE0-14972A9D0A7D}"/>
              </a:ext>
            </a:extLst>
          </p:cNvPr>
          <p:cNvCxnSpPr>
            <a:cxnSpLocks/>
            <a:stCxn id="18" idx="2"/>
          </p:cNvCxnSpPr>
          <p:nvPr/>
        </p:nvCxnSpPr>
        <p:spPr>
          <a:xfrm flipH="1" flipV="1">
            <a:off x="7710616" y="3954162"/>
            <a:ext cx="1123534" cy="2923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E26FFCE-1E15-4C62-BB70-442A13D1498B}"/>
              </a:ext>
            </a:extLst>
          </p:cNvPr>
          <p:cNvSpPr txBox="1"/>
          <p:nvPr/>
        </p:nvSpPr>
        <p:spPr>
          <a:xfrm>
            <a:off x="519271" y="3526510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B0F0"/>
                </a:solidFill>
              </a:rPr>
              <a:t>PlayingGame.class</a:t>
            </a:r>
            <a:endParaRPr lang="ko-KR" altLang="en-US">
              <a:solidFill>
                <a:srgbClr val="00B0F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C263E4-F1F0-4E0F-9421-BECE1D5EC857}"/>
              </a:ext>
            </a:extLst>
          </p:cNvPr>
          <p:cNvSpPr txBox="1"/>
          <p:nvPr/>
        </p:nvSpPr>
        <p:spPr>
          <a:xfrm>
            <a:off x="1416953" y="5492343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B0F0"/>
                </a:solidFill>
              </a:rPr>
              <a:t>Note.class</a:t>
            </a:r>
            <a:endParaRPr lang="ko-KR" altLang="en-US">
              <a:solidFill>
                <a:srgbClr val="00B0F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4405EF-DCB9-4720-AEEC-68456EBB6626}"/>
              </a:ext>
            </a:extLst>
          </p:cNvPr>
          <p:cNvSpPr txBox="1"/>
          <p:nvPr/>
        </p:nvSpPr>
        <p:spPr>
          <a:xfrm>
            <a:off x="865520" y="1628243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B0F0"/>
                </a:solidFill>
              </a:rPr>
              <a:t>BasicBeat.class</a:t>
            </a:r>
            <a:endParaRPr lang="ko-KR" altLang="en-US">
              <a:solidFill>
                <a:srgbClr val="00B0F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45875B4-7D9C-4C1C-9032-9DA92AA8B522}"/>
              </a:ext>
            </a:extLst>
          </p:cNvPr>
          <p:cNvSpPr/>
          <p:nvPr/>
        </p:nvSpPr>
        <p:spPr>
          <a:xfrm>
            <a:off x="9855914" y="6507892"/>
            <a:ext cx="1187014" cy="2060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DD82F03-CE2A-485C-B034-D768F4D25B1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22931" t="18037" r="51554" b="79582"/>
          <a:stretch/>
        </p:blipFill>
        <p:spPr>
          <a:xfrm>
            <a:off x="680225" y="3375141"/>
            <a:ext cx="3110786" cy="16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833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3464" y="3541759"/>
            <a:ext cx="93799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spc="-150">
                <a:solidFill>
                  <a:schemeClr val="bg1"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rPr>
              <a:t>CODE ANALYSIS IN PLAYING GAME</a:t>
            </a:r>
            <a:endParaRPr lang="ko-KR" altLang="en-US" sz="4400" b="1" spc="-150" dirty="0">
              <a:solidFill>
                <a:schemeClr val="bg1">
                  <a:alpha val="70000"/>
                </a:schemeClr>
              </a:solidFill>
              <a:latin typeface="+mj-lt"/>
              <a:ea typeface="THE명품고딕L" panose="0202060302010102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7769" y="2211262"/>
            <a:ext cx="31037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b="1" spc="-150" dirty="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 panose="02020603020101020101" pitchFamily="18" charset="-127"/>
              </a:rPr>
              <a:t>Part 4.</a:t>
            </a:r>
            <a:endParaRPr lang="ko-KR" altLang="en-US" sz="8000" b="1" spc="-150" dirty="0">
              <a:solidFill>
                <a:schemeClr val="accent2">
                  <a:lumMod val="60000"/>
                  <a:lumOff val="40000"/>
                  <a:alpha val="70000"/>
                </a:schemeClr>
              </a:solidFill>
              <a:latin typeface="+mj-lt"/>
              <a:ea typeface="THE명품고딕L" panose="0202060302010102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35000" y="3429236"/>
            <a:ext cx="5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978419-3CBB-4AB3-AE23-7440695E70FF}"/>
              </a:ext>
            </a:extLst>
          </p:cNvPr>
          <p:cNvSpPr/>
          <p:nvPr/>
        </p:nvSpPr>
        <p:spPr>
          <a:xfrm>
            <a:off x="9860692" y="6507892"/>
            <a:ext cx="2174789" cy="1729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247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600" y="158119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pc="-150">
                <a:solidFill>
                  <a:schemeClr val="accent4"/>
                </a:solidFill>
              </a:rPr>
              <a:t>CHAPTER</a:t>
            </a:r>
            <a:r>
              <a:rPr lang="ko-KR" altLang="en-US" sz="1400" spc="-150">
                <a:solidFill>
                  <a:schemeClr val="accent4"/>
                </a:solidFill>
              </a:rPr>
              <a:t>  </a:t>
            </a:r>
            <a:r>
              <a:rPr lang="en-US" altLang="ko-KR" sz="1400" spc="-150">
                <a:solidFill>
                  <a:schemeClr val="accent4"/>
                </a:solidFill>
              </a:rPr>
              <a:t>4</a:t>
            </a:r>
            <a:endParaRPr lang="ko-KR" altLang="en-US" sz="1400" spc="-150" dirty="0">
              <a:solidFill>
                <a:schemeClr val="accent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81886" y="652394"/>
            <a:ext cx="7537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accent4"/>
                </a:solidFill>
              </a:rPr>
              <a:t>4</a:t>
            </a:r>
            <a:r>
              <a:rPr lang="en-US" altLang="ko-KR" sz="3200" b="1">
                <a:solidFill>
                  <a:schemeClr val="accent4"/>
                </a:solidFill>
              </a:rPr>
              <a:t>.1</a:t>
            </a:r>
            <a:endParaRPr lang="ko-KR" altLang="en-US" sz="3200" b="1" dirty="0">
              <a:solidFill>
                <a:schemeClr val="accent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63852" y="645071"/>
            <a:ext cx="58637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CODE ANALYSIS IN PLAYING GAME</a:t>
            </a:r>
            <a:endParaRPr lang="ko-KR" altLang="en-US" sz="3000" spc="-15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9252" y="1180991"/>
            <a:ext cx="1863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pc="-150">
                <a:solidFill>
                  <a:schemeClr val="accent4"/>
                </a:solidFill>
              </a:rPr>
              <a:t>CORE CODE  ANALYSIS</a:t>
            </a:r>
            <a:endParaRPr lang="ko-KR" altLang="en-US" sz="1400" spc="-150" dirty="0">
              <a:solidFill>
                <a:schemeClr val="accent4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22800E8-4143-4C98-B165-DF0B45CE01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76" t="9406" r="11283" b="37418"/>
          <a:stretch/>
        </p:blipFill>
        <p:spPr>
          <a:xfrm>
            <a:off x="0" y="1638299"/>
            <a:ext cx="6120000" cy="485036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0518F9D-5939-4300-BD5A-4AF5198D47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243" t="9406" r="21013" b="30091"/>
          <a:stretch/>
        </p:blipFill>
        <p:spPr>
          <a:xfrm>
            <a:off x="6057241" y="1638297"/>
            <a:ext cx="6120000" cy="48503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316B02-8F69-46E5-A15B-6780C4225E8B}"/>
              </a:ext>
            </a:extLst>
          </p:cNvPr>
          <p:cNvSpPr txBox="1"/>
          <p:nvPr/>
        </p:nvSpPr>
        <p:spPr>
          <a:xfrm>
            <a:off x="5165341" y="6488668"/>
            <a:ext cx="1813317" cy="3693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BasicBeat.class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AB17AA-70C3-46B5-A745-27E4D2ABE55A}"/>
              </a:ext>
            </a:extLst>
          </p:cNvPr>
          <p:cNvSpPr/>
          <p:nvPr/>
        </p:nvSpPr>
        <p:spPr>
          <a:xfrm>
            <a:off x="9860692" y="6488666"/>
            <a:ext cx="2183027" cy="208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7FF7B9F-DB5C-492B-8C70-454C0C146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000" y="2413855"/>
            <a:ext cx="3250184" cy="1828229"/>
          </a:xfrm>
          <a:prstGeom prst="rect">
            <a:avLst/>
          </a:prstGeom>
        </p:spPr>
      </p:pic>
      <p:sp>
        <p:nvSpPr>
          <p:cNvPr id="38" name="화살표: 굽음 37">
            <a:extLst>
              <a:ext uri="{FF2B5EF4-FFF2-40B4-BE49-F238E27FC236}">
                <a16:creationId xmlns:a16="http://schemas.microsoft.com/office/drawing/2014/main" id="{AFFE364D-1B63-409B-8610-259911DEC874}"/>
              </a:ext>
            </a:extLst>
          </p:cNvPr>
          <p:cNvSpPr/>
          <p:nvPr/>
        </p:nvSpPr>
        <p:spPr>
          <a:xfrm rot="16200000" flipH="1">
            <a:off x="5018320" y="1407192"/>
            <a:ext cx="535627" cy="1477696"/>
          </a:xfrm>
          <a:prstGeom prst="ben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E8FB04-5580-4B41-B238-1DD5CDD72E75}"/>
              </a:ext>
            </a:extLst>
          </p:cNvPr>
          <p:cNvSpPr txBox="1"/>
          <p:nvPr/>
        </p:nvSpPr>
        <p:spPr>
          <a:xfrm>
            <a:off x="4990468" y="1998355"/>
            <a:ext cx="1034514" cy="27699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00B0F0"/>
                </a:solidFill>
              </a:rPr>
              <a:t>TO RESULT</a:t>
            </a:r>
            <a:endParaRPr lang="ko-KR" altLang="en-US" sz="1200">
              <a:solidFill>
                <a:srgbClr val="00B0F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3DF755-738C-49B4-AC9F-B3EFD85349A8}"/>
              </a:ext>
            </a:extLst>
          </p:cNvPr>
          <p:cNvSpPr txBox="1"/>
          <p:nvPr/>
        </p:nvSpPr>
        <p:spPr>
          <a:xfrm>
            <a:off x="6996789" y="6009728"/>
            <a:ext cx="52068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thread</a:t>
            </a:r>
            <a:r>
              <a:rPr lang="ko-KR" altLang="en-US" sz="1200"/>
              <a:t>를 사용한 이유</a:t>
            </a:r>
            <a:r>
              <a:rPr lang="en-US" altLang="ko-KR" sz="1200"/>
              <a:t>:Thread</a:t>
            </a:r>
            <a:r>
              <a:rPr lang="ko-KR" altLang="en-US" sz="1200"/>
              <a:t> 생성이 </a:t>
            </a:r>
            <a:r>
              <a:rPr lang="en-US" altLang="ko-KR" sz="1200"/>
              <a:t>Process</a:t>
            </a:r>
            <a:r>
              <a:rPr lang="ko-KR" altLang="en-US" sz="1200"/>
              <a:t>생성보다</a:t>
            </a:r>
            <a:r>
              <a:rPr lang="en-US" altLang="ko-KR" sz="1200"/>
              <a:t> CPU’s</a:t>
            </a:r>
            <a:r>
              <a:rPr lang="ko-KR" altLang="en-US" sz="1200"/>
              <a:t> </a:t>
            </a:r>
            <a:r>
              <a:rPr lang="en-US" altLang="ko-KR" sz="1200"/>
              <a:t>CORE</a:t>
            </a:r>
            <a:r>
              <a:rPr lang="ko-KR" altLang="en-US" sz="1200"/>
              <a:t>가</a:t>
            </a:r>
            <a:endParaRPr lang="en-US" altLang="ko-KR" sz="1200"/>
          </a:p>
          <a:p>
            <a:r>
              <a:rPr lang="ko-KR" altLang="en-US" sz="1200"/>
              <a:t>쉬는 시간을 최소화할</a:t>
            </a:r>
            <a:r>
              <a:rPr lang="en-US" altLang="ko-KR" sz="1200"/>
              <a:t> </a:t>
            </a:r>
            <a:r>
              <a:rPr lang="ko-KR" altLang="en-US" sz="1200"/>
              <a:t>수 있어서 일정 수의 </a:t>
            </a:r>
            <a:r>
              <a:rPr lang="en-US" altLang="ko-KR" sz="1200"/>
              <a:t>threa</a:t>
            </a:r>
            <a:r>
              <a:rPr lang="ko-KR" altLang="en-US" sz="1200"/>
              <a:t>생성은</a:t>
            </a:r>
            <a:r>
              <a:rPr lang="en-US" altLang="ko-KR" sz="1200"/>
              <a:t> </a:t>
            </a:r>
            <a:r>
              <a:rPr lang="ko-KR" altLang="en-US" sz="1200"/>
              <a:t>훨씬 적은 자원이</a:t>
            </a:r>
            <a:endParaRPr lang="en-US" altLang="ko-KR" sz="1200"/>
          </a:p>
          <a:p>
            <a:r>
              <a:rPr lang="ko-KR" altLang="en-US" sz="1200"/>
              <a:t>들어 </a:t>
            </a:r>
            <a:r>
              <a:rPr lang="en-US" altLang="ko-KR" sz="1200"/>
              <a:t>CORE</a:t>
            </a:r>
            <a:r>
              <a:rPr lang="ko-KR" altLang="en-US" sz="1200"/>
              <a:t>의 활용도가 높아지게 된다</a:t>
            </a:r>
            <a:r>
              <a:rPr lang="en-US" altLang="ko-KR" sz="1200"/>
              <a:t>.(JAVA</a:t>
            </a:r>
            <a:r>
              <a:rPr lang="ko-KR" altLang="en-US" sz="1200"/>
              <a:t>에서는 하나의 </a:t>
            </a:r>
            <a:r>
              <a:rPr lang="en-US" altLang="ko-KR" sz="1200"/>
              <a:t>Process</a:t>
            </a:r>
            <a:r>
              <a:rPr lang="ko-KR" altLang="en-US" sz="1200"/>
              <a:t>는</a:t>
            </a:r>
            <a:endParaRPr lang="en-US" altLang="ko-KR" sz="1200"/>
          </a:p>
          <a:p>
            <a:r>
              <a:rPr lang="ko-KR" altLang="en-US" sz="1200"/>
              <a:t>하나의 클래스에 대응된다</a:t>
            </a:r>
            <a:r>
              <a:rPr lang="en-US" altLang="ko-KR" sz="1200"/>
              <a:t>)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920454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6FB0C58-A4C0-4BBA-B895-C28D6AACB8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43" t="50931" r="49459" b="24324"/>
          <a:stretch/>
        </p:blipFill>
        <p:spPr>
          <a:xfrm>
            <a:off x="0" y="0"/>
            <a:ext cx="3023287" cy="16969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D3D555F-3D51-4182-B806-1BC6FBEDF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676" t="15495" r="14797" b="35376"/>
          <a:stretch/>
        </p:blipFill>
        <p:spPr>
          <a:xfrm>
            <a:off x="0" y="1714500"/>
            <a:ext cx="6419271" cy="350931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80F1C71-4C8A-42F6-AE53-8C7F55D9A8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674" t="9370" r="12163" b="23844"/>
          <a:stretch/>
        </p:blipFill>
        <p:spPr>
          <a:xfrm>
            <a:off x="6419272" y="0"/>
            <a:ext cx="5772727" cy="3429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18F86CD-E88F-47D8-9AA1-FCABD1D6CA4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811" t="8769" r="14122" b="24444"/>
          <a:stretch/>
        </p:blipFill>
        <p:spPr>
          <a:xfrm>
            <a:off x="6419273" y="3429000"/>
            <a:ext cx="5772727" cy="3429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5D2ACB-13C4-4448-AD1F-02D55866A507}"/>
              </a:ext>
            </a:extLst>
          </p:cNvPr>
          <p:cNvSpPr txBox="1"/>
          <p:nvPr/>
        </p:nvSpPr>
        <p:spPr>
          <a:xfrm>
            <a:off x="4259705" y="4958834"/>
            <a:ext cx="2159566" cy="3693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PlayingGame.class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EBD703-4B5C-4F93-B54E-376084E99685}"/>
              </a:ext>
            </a:extLst>
          </p:cNvPr>
          <p:cNvSpPr txBox="1"/>
          <p:nvPr/>
        </p:nvSpPr>
        <p:spPr>
          <a:xfrm>
            <a:off x="9120904" y="4489622"/>
            <a:ext cx="1531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Longnote’s</a:t>
            </a:r>
            <a:r>
              <a:rPr lang="ko-KR" altLang="en-US" sz="1100"/>
              <a:t> </a:t>
            </a:r>
            <a:r>
              <a:rPr lang="en-US" altLang="ko-KR" sz="1100"/>
              <a:t>start</a:t>
            </a:r>
            <a:r>
              <a:rPr lang="ko-KR" altLang="en-US" sz="1100"/>
              <a:t> </a:t>
            </a:r>
            <a:r>
              <a:rPr lang="en-US" altLang="ko-KR" sz="1100"/>
              <a:t>point</a:t>
            </a:r>
            <a:endParaRPr lang="ko-KR" alt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09DD30-6C90-4DE8-9D44-3F7EA72E5DAC}"/>
              </a:ext>
            </a:extLst>
          </p:cNvPr>
          <p:cNvSpPr txBox="1"/>
          <p:nvPr/>
        </p:nvSpPr>
        <p:spPr>
          <a:xfrm>
            <a:off x="9120904" y="4828029"/>
            <a:ext cx="14943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Longnote’s</a:t>
            </a:r>
            <a:r>
              <a:rPr lang="ko-KR" altLang="en-US" sz="1100"/>
              <a:t> </a:t>
            </a:r>
            <a:r>
              <a:rPr lang="en-US" altLang="ko-KR" sz="1100"/>
              <a:t>end</a:t>
            </a:r>
            <a:r>
              <a:rPr lang="ko-KR" altLang="en-US" sz="1100"/>
              <a:t> </a:t>
            </a:r>
            <a:r>
              <a:rPr lang="en-US" altLang="ko-KR" sz="1100"/>
              <a:t>point</a:t>
            </a:r>
            <a:endParaRPr lang="ko-KR" altLang="en-US" sz="110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140E4DF-4D2E-4BDC-92F0-EAC0F01BA069}"/>
              </a:ext>
            </a:extLst>
          </p:cNvPr>
          <p:cNvGrpSpPr/>
          <p:nvPr/>
        </p:nvGrpSpPr>
        <p:grpSpPr>
          <a:xfrm>
            <a:off x="4741560" y="226304"/>
            <a:ext cx="1440000" cy="1443279"/>
            <a:chOff x="7513721" y="2402157"/>
            <a:chExt cx="3053140" cy="306009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815F90BC-060B-4B57-B15A-4E806CFDF112}"/>
                </a:ext>
              </a:extLst>
            </p:cNvPr>
            <p:cNvSpPr/>
            <p:nvPr/>
          </p:nvSpPr>
          <p:spPr>
            <a:xfrm>
              <a:off x="7513721" y="2402157"/>
              <a:ext cx="3053140" cy="3053141"/>
            </a:xfrm>
            <a:prstGeom prst="ellipse">
              <a:avLst/>
            </a:prstGeom>
            <a:solidFill>
              <a:schemeClr val="accent4">
                <a:lumMod val="40000"/>
                <a:lumOff val="6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E92EF9-4BC7-4766-94CF-F9CF7A710C5B}"/>
                </a:ext>
              </a:extLst>
            </p:cNvPr>
            <p:cNvSpPr txBox="1"/>
            <p:nvPr/>
          </p:nvSpPr>
          <p:spPr>
            <a:xfrm>
              <a:off x="7958099" y="4483411"/>
              <a:ext cx="2131692" cy="9788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>
                  <a:solidFill>
                    <a:schemeClr val="accent4"/>
                  </a:solidFill>
                </a:rPr>
                <a:t>Beatmap.txt</a:t>
              </a:r>
            </a:p>
            <a:p>
              <a:pPr algn="ctr"/>
              <a:r>
                <a:rPr lang="en-US" altLang="ko-KR" sz="1200">
                  <a:solidFill>
                    <a:schemeClr val="accent4"/>
                  </a:solidFill>
                </a:rPr>
                <a:t>READING</a:t>
              </a:r>
              <a:endParaRPr lang="ko-KR" altLang="en-US" sz="1200" dirty="0">
                <a:solidFill>
                  <a:schemeClr val="accent4"/>
                </a:solidFill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6CE2896-C0C4-47A8-989B-D808AE7954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58" b="15958"/>
            <a:stretch/>
          </p:blipFill>
          <p:spPr>
            <a:xfrm>
              <a:off x="8292284" y="2606610"/>
              <a:ext cx="1950230" cy="195023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8FE19DD-28D4-49F8-B669-E5D4FFE544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7485" t="79533" r="1" b="-7485"/>
            <a:stretch/>
          </p:blipFill>
          <p:spPr>
            <a:xfrm>
              <a:off x="8110875" y="4336563"/>
              <a:ext cx="1605093" cy="352717"/>
            </a:xfrm>
            <a:prstGeom prst="rect">
              <a:avLst/>
            </a:prstGeom>
          </p:spPr>
        </p:pic>
      </p:grpSp>
      <p:sp>
        <p:nvSpPr>
          <p:cNvPr id="3" name="화살표: 왼쪽 2">
            <a:extLst>
              <a:ext uri="{FF2B5EF4-FFF2-40B4-BE49-F238E27FC236}">
                <a16:creationId xmlns:a16="http://schemas.microsoft.com/office/drawing/2014/main" id="{B25B16F8-C14E-4A66-9A53-DA580E10F304}"/>
              </a:ext>
            </a:extLst>
          </p:cNvPr>
          <p:cNvSpPr/>
          <p:nvPr/>
        </p:nvSpPr>
        <p:spPr>
          <a:xfrm>
            <a:off x="6181561" y="229583"/>
            <a:ext cx="665325" cy="1440000"/>
          </a:xfrm>
          <a:prstGeom prst="lef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97F199D-83B5-42FF-8FE9-EE7EFBD68A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" y="5024366"/>
            <a:ext cx="3259793" cy="183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89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A72AA567-BAEC-43D3-ADB6-F176C1D891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676" t="13093" r="14257" b="29009"/>
          <a:stretch/>
        </p:blipFill>
        <p:spPr>
          <a:xfrm>
            <a:off x="0" y="0"/>
            <a:ext cx="6419272" cy="32893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8F52223-269A-44FC-9990-60A51BE376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243" t="15375" r="11621" b="24324"/>
          <a:stretch/>
        </p:blipFill>
        <p:spPr>
          <a:xfrm>
            <a:off x="0" y="3289300"/>
            <a:ext cx="6419272" cy="35687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CE8BE92-0392-4F0C-BACB-3ADEB788ECC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378" t="26905" r="26487" b="68651"/>
          <a:stretch/>
        </p:blipFill>
        <p:spPr>
          <a:xfrm>
            <a:off x="2885625" y="6393935"/>
            <a:ext cx="9306375" cy="4640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42B2D2-6EA2-4B1E-8738-44A05C826387}"/>
              </a:ext>
            </a:extLst>
          </p:cNvPr>
          <p:cNvSpPr txBox="1"/>
          <p:nvPr/>
        </p:nvSpPr>
        <p:spPr>
          <a:xfrm>
            <a:off x="5788330" y="3104634"/>
            <a:ext cx="1261884" cy="3693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Note.class</a:t>
            </a:r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9D23D4A-11F1-42F9-AF60-51583022273D}"/>
              </a:ext>
            </a:extLst>
          </p:cNvPr>
          <p:cNvGrpSpPr/>
          <p:nvPr/>
        </p:nvGrpSpPr>
        <p:grpSpPr>
          <a:xfrm>
            <a:off x="10207173" y="0"/>
            <a:ext cx="1902940" cy="6021860"/>
            <a:chOff x="9135762" y="0"/>
            <a:chExt cx="1902940" cy="602186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4E9FB92-ADD0-44A0-8CD2-A4E022D9F2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2972" t="2883" r="11420" b="9309"/>
            <a:stretch/>
          </p:blipFill>
          <p:spPr>
            <a:xfrm>
              <a:off x="9135762" y="0"/>
              <a:ext cx="1902940" cy="602186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788E13D-EAD3-4128-97FB-E6CADA424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66868" y="836140"/>
              <a:ext cx="1840728" cy="122503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833B6F9-F588-462E-AE32-C3177C691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9222" y="4629668"/>
              <a:ext cx="1840728" cy="1225036"/>
            </a:xfrm>
            <a:prstGeom prst="rect">
              <a:avLst/>
            </a:prstGeom>
          </p:spPr>
        </p:pic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97CE360E-33F1-46E8-B9C9-ACE022E75B0F}"/>
                </a:ext>
              </a:extLst>
            </p:cNvPr>
            <p:cNvCxnSpPr>
              <a:stCxn id="3" idx="0"/>
              <a:endCxn id="7" idx="0"/>
            </p:cNvCxnSpPr>
            <p:nvPr/>
          </p:nvCxnSpPr>
          <p:spPr>
            <a:xfrm>
              <a:off x="10087232" y="0"/>
              <a:ext cx="0" cy="836140"/>
            </a:xfrm>
            <a:prstGeom prst="straightConnector1">
              <a:avLst/>
            </a:prstGeom>
            <a:ln w="1905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07371C95-E069-4007-AE6C-F7D79D49F31E}"/>
                </a:ext>
              </a:extLst>
            </p:cNvPr>
            <p:cNvCxnSpPr>
              <a:stCxn id="7" idx="2"/>
              <a:endCxn id="12" idx="0"/>
            </p:cNvCxnSpPr>
            <p:nvPr/>
          </p:nvCxnSpPr>
          <p:spPr>
            <a:xfrm>
              <a:off x="10087232" y="2061176"/>
              <a:ext cx="12354" cy="2568492"/>
            </a:xfrm>
            <a:prstGeom prst="straightConnector1">
              <a:avLst/>
            </a:prstGeom>
            <a:ln w="1905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8958A2DA-0C46-40AD-9C9D-2E737C943B9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9167" t="21145" r="45909" b="43703"/>
          <a:stretch/>
        </p:blipFill>
        <p:spPr>
          <a:xfrm>
            <a:off x="7050691" y="-1"/>
            <a:ext cx="3172035" cy="420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234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289101" y="6505575"/>
            <a:ext cx="28328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Copyrightⓒ. Saebyeol Yu. All </a:t>
            </a:r>
            <a:r>
              <a:rPr lang="en-US" altLang="ko-KR" sz="800">
                <a:solidFill>
                  <a:schemeClr val="bg1"/>
                </a:solidFill>
                <a:latin typeface="+mn-ea"/>
              </a:rPr>
              <a:t>Rights Reserved In Theme.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43011" y="3058825"/>
            <a:ext cx="4305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>
                <a:solidFill>
                  <a:schemeClr val="bg1"/>
                </a:solidFill>
              </a:rPr>
              <a:t>Thank you for listening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68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</Words>
  <Application>Microsoft Office PowerPoint</Application>
  <PresentationFormat>와이드스크린</PresentationFormat>
  <Paragraphs>123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Noto Sans CJK KR Thin</vt:lpstr>
      <vt:lpstr>나눔스퀘어라운드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wist0903@naver.com</cp:lastModifiedBy>
  <cp:revision>256</cp:revision>
  <dcterms:created xsi:type="dcterms:W3CDTF">2015-07-07T04:48:58Z</dcterms:created>
  <dcterms:modified xsi:type="dcterms:W3CDTF">2021-11-04T14:22:32Z</dcterms:modified>
</cp:coreProperties>
</file>